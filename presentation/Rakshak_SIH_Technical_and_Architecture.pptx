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acaa9fe49442c6" /><Relationship Type="http://schemas.openxmlformats.org/officeDocument/2006/relationships/extended-properties" Target="/docProps/app.xml" Id="R1af07ecafb8349fc" /><Relationship Type="http://schemas.openxmlformats.org/officeDocument/2006/relationships/officeDocument" Target="/ppt/presentation.xml" Id="R0506f893a6bb40ff" /></Relationships>
</file>

<file path=ppt/presentation.xml><?xml version="1.0" encoding="utf-8"?>
<p:presentation xmlns:p="http://schemas.openxmlformats.org/presentationml/2006/main">
  <p:sldMasterIdLst>
    <p:sldMasterId xmlns:r="http://schemas.openxmlformats.org/officeDocument/2006/relationships" id="2147483648" r:id="R54831206a1524803"/>
  </p:sldMasterIdLst>
  <p:notesMasterIdLst>
    <p:notesMasterId xmlns:r="http://schemas.openxmlformats.org/officeDocument/2006/relationships" r:id="R45bfe7eacb234c6f"/>
  </p:notesMasterIdLst>
  <p:sldIdLst>
    <p:sldId xmlns:r="http://schemas.openxmlformats.org/officeDocument/2006/relationships" id="256" r:id="Re359fa461bfe42b5"/>
    <p:sldId xmlns:r="http://schemas.openxmlformats.org/officeDocument/2006/relationships" id="257" r:id="R5e19e471c30944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076297255a47e9" /><Relationship Type="http://schemas.openxmlformats.org/officeDocument/2006/relationships/slideMaster" Target="/ppt/slideMasters/slideMaster1.xml" Id="R54831206a1524803" /><Relationship Type="http://schemas.openxmlformats.org/officeDocument/2006/relationships/notesMaster" Target="/ppt/notesMasters/notesMaster1.xml" Id="R45bfe7eacb234c6f" /><Relationship Type="http://schemas.openxmlformats.org/officeDocument/2006/relationships/presProps" Target="/ppt/presProps.xml" Id="Rffdb4794d75d467a" /><Relationship Type="http://schemas.openxmlformats.org/officeDocument/2006/relationships/tableStyles" Target="/ppt/tableStyles.xml" Id="R0413936dcfe94021" /><Relationship Type="http://schemas.openxmlformats.org/officeDocument/2006/relationships/slide" Target="/ppt/slides/slide1.xml" Id="Re359fa461bfe42b5" /><Relationship Type="http://schemas.openxmlformats.org/officeDocument/2006/relationships/slide" Target="/ppt/slides/slide2.xml" Id="R5e19e471c30944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964ec8cfa641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dbca99e15c4dc1" /><Relationship Type="http://schemas.openxmlformats.org/officeDocument/2006/relationships/notesMaster" Target="/ppt/notesMasters/notesMaster1.xml" Id="Ra241a815006145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b31528c96840d6" /><Relationship Type="http://schemas.openxmlformats.org/officeDocument/2006/relationships/notesMaster" Target="/ppt/notesMasters/notesMaster1.xml" Id="R3aeef9b3a5d44f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Rakshak architecture reflects the implemented prototype as of 16 September 2026. Design research: Microsoft Support recommends readable sans-serif fonts, high contrast, restrained backgrounds, minimal slide text, and cohesive process graphics. Sources: https://support.microsoft.com/en-us/powerpoint/tips-for-creating-and-delivering-an-effective-presentation and https://support.microsoft.com/en-gb/powerpoint/create-professional-slide-layouts-with-designer. Official SIH submission guidance references an idea presentation format: https://www.sih.gov.in/pdf/IdeasubmissionprocessSIH2020.pdf.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Rakshak system architecture reflects the implemented prototype as of 16 September 2026. The FastAPI layer enforces upload and session controls. Analysis modules combine local text classification and deterministic rules with email, domain, IP, attachment and configured threat-intelligence evidence. Geolocation describes observed infrastructure and cannot establish a person's physical 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cccaae362d45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7d76f718754805" /><Relationship Type="http://schemas.openxmlformats.org/officeDocument/2006/relationships/slideLayout" Target="/ppt/slideLayouts/slideLayout1.xml" Id="R584ab3a4e81b46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4ab3a4e81b46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06837068dc43ae" /><Relationship Type="http://schemas.openxmlformats.org/officeDocument/2006/relationships/notesSlide" Target="/ppt/notesSlides/notesSlide1.xml" Id="Rc50a28313d4e40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bfde918dca4e23" /><Relationship Type="http://schemas.openxmlformats.org/officeDocument/2006/relationships/notesSlide" Target="/ppt/notesSlides/notesSlide2.xml" Id="R185ffced36204e58" /></Relationships>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5" name="">
            <a:extLst xmlns:a="http://schemas.openxmlformats.org/drawingml/2006/main">
              <a:ext uri="{FF2B5EF4-FFF2-40B4-BE49-F238E27FC236}">
                <a16:creationId xmlns:a16="http://schemas.microsoft.com/office/drawing/2014/main" id="{1C796281-E2FD-4999-AB91-2374A4DFB5C1}"/>
              </a:ext>
            </a:extLst>
          </p:cNvPr>
          <p:cNvSpPr>
            <a:spLocks xmlns:a="http://schemas.openxmlformats.org/drawingml/2006/main" noGrp="1"/>
          </p:cNvSpPr>
          <p:nvPr/>
        </p:nvSpPr>
        <p:spPr>
          <a:xfrm xmlns:a="http://schemas.openxmlformats.org/drawingml/2006/main">
            <a:off x="0" y="4762500"/>
            <a:ext cx="2095500" cy="2095500"/>
          </a:xfrm>
          <a:prstGeom xmlns:a="http://schemas.openxmlformats.org/drawingml/2006/main" prst="ellipse">
            <a:avLst/>
          </a:prstGeom>
          <a:solidFill xmlns:a="http://schemas.openxmlformats.org/drawingml/2006/main">
            <a:srgbClr val="FCE8D9"/>
          </a:solidFill>
          <a:ln xmlns:a="http://schemas.openxmlformats.org/drawingml/2006/main" w="0">
            <a:solidFill>
              <a:srgbClr val="FCE8D9"/>
            </a:solidFill>
            <a:prstDash val="solid"/>
          </a:ln>
        </p:spPr>
      </p:sp>
      <p:sp>
        <p:nvSpPr>
          <p:cNvPr id="2" name="">
            <a:extLst xmlns:a="http://schemas.openxmlformats.org/drawingml/2006/main">
              <a:ext uri="{FF2B5EF4-FFF2-40B4-BE49-F238E27FC236}">
                <a16:creationId xmlns:a16="http://schemas.microsoft.com/office/drawing/2014/main" id="{05F539E6-4415-43A0-B072-1594C0CC2605}"/>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DDF3F0"/>
          </a:solidFill>
          <a:ln xmlns:a="http://schemas.openxmlformats.org/drawingml/2006/main" w="0">
            <a:solidFill>
              <a:srgbClr val="DDF3F0"/>
            </a:solidFill>
            <a:prstDash val="solid"/>
          </a:ln>
        </p:spPr>
      </p:sp>
      <p:sp>
        <p:nvSpPr>
          <p:cNvPr id="3" name="">
            <a:extLst xmlns:a="http://schemas.openxmlformats.org/drawingml/2006/main">
              <a:ext uri="{FF2B5EF4-FFF2-40B4-BE49-F238E27FC236}">
                <a16:creationId xmlns:a16="http://schemas.microsoft.com/office/drawing/2014/main" id="{3E714A5C-840E-4B08-9828-FFE7A37EE3F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07D3B"/>
          </a:solidFill>
          <a:ln xmlns:a="http://schemas.openxmlformats.org/drawingml/2006/main" w="0">
            <a:solidFill>
              <a:srgbClr val="F07D3B"/>
            </a:solidFill>
            <a:prstDash val="solid"/>
          </a:ln>
        </p:spPr>
      </p:sp>
      <p:sp>
        <p:nvSpPr>
          <p:cNvPr id="4" name="">
            <a:extLst xmlns:a="http://schemas.openxmlformats.org/drawingml/2006/main">
              <a:ext uri="{FF2B5EF4-FFF2-40B4-BE49-F238E27FC236}">
                <a16:creationId xmlns:a16="http://schemas.microsoft.com/office/drawing/2014/main" id="{C3C90000-8ADD-4C44-A552-C01E1CF51F0F}"/>
              </a:ext>
            </a:extLst>
          </p:cNvPr>
          <p:cNvSpPr>
            <a:spLocks xmlns:a="http://schemas.openxmlformats.org/drawingml/2006/main" noGrp="1"/>
          </p:cNvSpPr>
          <p:nvPr/>
        </p:nvSpPr>
        <p:spPr>
          <a:xfrm xmlns:a="http://schemas.openxmlformats.org/drawingml/2006/main">
            <a:off x="552450" y="40957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450" b="1">
                <a:solidFill>
                  <a:srgbClr val="10253F"/>
                </a:solidFill>
                <a:latin typeface="Arial"/>
                <a:ea typeface="Arial"/>
                <a:cs typeface="Arial"/>
              </a:defRPr>
            </a:pPr>
            <a:r>
              <a:rPr sz="3450" b="1">
                <a:solidFill>
                  <a:srgbClr val="10253F"/>
                </a:solidFill>
                <a:latin typeface="Arial"/>
                <a:ea typeface="Arial"/>
                <a:cs typeface="Arial"/>
              </a:rPr>
              <a:t>TECHNICAL APPROACH</a:t>
            </a:r>
          </a:p>
        </p:txBody>
      </p:sp>
      <p:sp>
        <p:nvSpPr>
          <p:cNvPr id="5" name="">
            <a:extLst xmlns:a="http://schemas.openxmlformats.org/drawingml/2006/main">
              <a:ext uri="{FF2B5EF4-FFF2-40B4-BE49-F238E27FC236}">
                <a16:creationId xmlns:a16="http://schemas.microsoft.com/office/drawing/2014/main" id="{3CC032B4-25BF-476F-8840-99E82AA2BBD2}"/>
              </a:ext>
            </a:extLst>
          </p:cNvPr>
          <p:cNvSpPr>
            <a:spLocks xmlns:a="http://schemas.openxmlformats.org/drawingml/2006/main" noGrp="1"/>
          </p:cNvSpPr>
          <p:nvPr/>
        </p:nvSpPr>
        <p:spPr>
          <a:xfrm xmlns:a="http://schemas.openxmlformats.org/drawingml/2006/main">
            <a:off x="571500" y="971550"/>
            <a:ext cx="828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575" b="0">
                <a:solidFill>
                  <a:srgbClr val="536273"/>
                </a:solidFill>
                <a:latin typeface="Arial"/>
                <a:ea typeface="Arial"/>
                <a:cs typeface="Arial"/>
              </a:defRPr>
            </a:pPr>
            <a:r>
              <a:rPr sz="1575" b="0">
                <a:solidFill>
                  <a:srgbClr val="536273"/>
                </a:solidFill>
                <a:latin typeface="Arial"/>
                <a:ea typeface="Arial"/>
                <a:cs typeface="Arial"/>
              </a:rPr>
              <a:t>RAKSHAK converts an original .eml file into an explainable forensic verdict</a:t>
            </a:r>
          </a:p>
        </p:txBody>
      </p:sp>
      <p:sp>
        <p:nvSpPr>
          <p:cNvPr id="6" name="">
            <a:extLst xmlns:a="http://schemas.openxmlformats.org/drawingml/2006/main">
              <a:ext uri="{FF2B5EF4-FFF2-40B4-BE49-F238E27FC236}">
                <a16:creationId xmlns:a16="http://schemas.microsoft.com/office/drawing/2014/main" id="{87B82318-7CEF-42F6-BDA5-019C63D1F653}"/>
              </a:ext>
            </a:extLst>
          </p:cNvPr>
          <p:cNvSpPr>
            <a:spLocks xmlns:a="http://schemas.openxmlformats.org/drawingml/2006/main" noGrp="1"/>
          </p:cNvSpPr>
          <p:nvPr/>
        </p:nvSpPr>
        <p:spPr>
          <a:xfrm xmlns:a="http://schemas.openxmlformats.org/drawingml/2006/main">
            <a:off x="9810750" y="514350"/>
            <a:ext cx="179070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0668127-8B63-46CA-AE7D-E91ACBD8FEC7}"/>
              </a:ext>
            </a:extLst>
          </p:cNvPr>
          <p:cNvSpPr>
            <a:spLocks xmlns:a="http://schemas.openxmlformats.org/drawingml/2006/main" noGrp="1"/>
          </p:cNvSpPr>
          <p:nvPr/>
        </p:nvSpPr>
        <p:spPr>
          <a:xfrm xmlns:a="http://schemas.openxmlformats.org/drawingml/2006/main">
            <a:off x="9982200" y="657225"/>
            <a:ext cx="104775" cy="104775"/>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8" name="">
            <a:extLst xmlns:a="http://schemas.openxmlformats.org/drawingml/2006/main">
              <a:ext uri="{FF2B5EF4-FFF2-40B4-BE49-F238E27FC236}">
                <a16:creationId xmlns:a16="http://schemas.microsoft.com/office/drawing/2014/main" id="{B594957A-2D4E-4451-B06B-0123C632670B}"/>
              </a:ext>
            </a:extLst>
          </p:cNvPr>
          <p:cNvSpPr>
            <a:spLocks xmlns:a="http://schemas.openxmlformats.org/drawingml/2006/main" noGrp="1"/>
          </p:cNvSpPr>
          <p:nvPr/>
        </p:nvSpPr>
        <p:spPr>
          <a:xfrm xmlns:a="http://schemas.openxmlformats.org/drawingml/2006/main">
            <a:off x="10172700" y="552450"/>
            <a:ext cx="1257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0253F"/>
                </a:solidFill>
                <a:latin typeface="Arial"/>
                <a:ea typeface="Arial"/>
                <a:cs typeface="Arial"/>
              </a:defRPr>
            </a:pPr>
            <a:r>
              <a:rPr sz="975" b="1">
                <a:solidFill>
                  <a:srgbClr val="10253F"/>
                </a:solidFill>
                <a:latin typeface="Arial"/>
                <a:ea typeface="Arial"/>
                <a:cs typeface="Arial"/>
              </a:rPr>
              <a:t>SMART INDIA HACKATHON</a:t>
            </a:r>
          </a:p>
        </p:txBody>
      </p:sp>
      <p:sp>
        <p:nvSpPr>
          <p:cNvPr id="9" name="">
            <a:extLst xmlns:a="http://schemas.openxmlformats.org/drawingml/2006/main">
              <a:ext uri="{FF2B5EF4-FFF2-40B4-BE49-F238E27FC236}">
                <a16:creationId xmlns:a16="http://schemas.microsoft.com/office/drawing/2014/main" id="{366AD47B-EFE2-48AF-88F0-5CABF45F81A4}"/>
              </a:ext>
            </a:extLst>
          </p:cNvPr>
          <p:cNvSpPr>
            <a:spLocks xmlns:a="http://schemas.openxmlformats.org/drawingml/2006/main" noGrp="1"/>
          </p:cNvSpPr>
          <p:nvPr/>
        </p:nvSpPr>
        <p:spPr>
          <a:xfrm xmlns:a="http://schemas.openxmlformats.org/drawingml/2006/main">
            <a:off x="933450" y="3162300"/>
            <a:ext cx="10325100" cy="0"/>
          </a:xfrm>
          <a:prstGeom xmlns:a="http://schemas.openxmlformats.org/drawingml/2006/main" prst="line">
            <a:avLst/>
          </a:prstGeom>
          <a:noFill xmlns:a="http://schemas.openxmlformats.org/drawingml/2006/main"/>
          <a:ln xmlns:a="http://schemas.openxmlformats.org/drawingml/2006/main" w="28575">
            <a:solidFill>
              <a:srgbClr val="C7CEC9"/>
            </a:solidFill>
            <a:prstDash val="solid"/>
          </a:ln>
        </p:spPr>
      </p:sp>
      <p:sp>
        <p:nvSpPr>
          <p:cNvPr id="10" name="">
            <a:extLst xmlns:a="http://schemas.openxmlformats.org/drawingml/2006/main">
              <a:ext uri="{FF2B5EF4-FFF2-40B4-BE49-F238E27FC236}">
                <a16:creationId xmlns:a16="http://schemas.microsoft.com/office/drawing/2014/main" id="{6471E9F8-C0E8-4064-BA54-9866EE7AC502}"/>
              </a:ext>
            </a:extLst>
          </p:cNvPr>
          <p:cNvSpPr>
            <a:spLocks xmlns:a="http://schemas.openxmlformats.org/drawingml/2006/main" noGrp="1"/>
          </p:cNvSpPr>
          <p:nvPr/>
        </p:nvSpPr>
        <p:spPr>
          <a:xfrm xmlns:a="http://schemas.openxmlformats.org/drawingml/2006/main">
            <a:off x="742950" y="2924175"/>
            <a:ext cx="476250" cy="476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F07D3B"/>
            </a:solidFill>
            <a:prstDash val="solid"/>
          </a:ln>
        </p:spPr>
      </p:sp>
      <p:sp>
        <p:nvSpPr>
          <p:cNvPr id="11" name="">
            <a:extLst xmlns:a="http://schemas.openxmlformats.org/drawingml/2006/main">
              <a:ext uri="{FF2B5EF4-FFF2-40B4-BE49-F238E27FC236}">
                <a16:creationId xmlns:a16="http://schemas.microsoft.com/office/drawing/2014/main" id="{A78994DC-A01F-434D-BD59-898BD800F20B}"/>
              </a:ext>
            </a:extLst>
          </p:cNvPr>
          <p:cNvSpPr>
            <a:spLocks xmlns:a="http://schemas.openxmlformats.org/drawingml/2006/main" noGrp="1"/>
          </p:cNvSpPr>
          <p:nvPr/>
        </p:nvSpPr>
        <p:spPr>
          <a:xfrm xmlns:a="http://schemas.openxmlformats.org/drawingml/2006/main">
            <a:off x="781050" y="1981200"/>
            <a:ext cx="400050" cy="400050"/>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BCD5E250-BC9F-4959-9580-89570A499311}"/>
              </a:ext>
            </a:extLst>
          </p:cNvPr>
          <p:cNvSpPr>
            <a:spLocks xmlns:a="http://schemas.openxmlformats.org/drawingml/2006/main" noGrp="1"/>
          </p:cNvSpPr>
          <p:nvPr/>
        </p:nvSpPr>
        <p:spPr>
          <a:xfrm xmlns:a="http://schemas.openxmlformats.org/drawingml/2006/main">
            <a:off x="542925" y="2447925"/>
            <a:ext cx="1257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9588"/>
          </a:bodyPr>
          <a:lstStyle xmlns:a="http://schemas.openxmlformats.org/drawingml/2006/main"/>
          <a:p xmlns:a="http://schemas.openxmlformats.org/drawingml/2006/main">
            <a:pPr algn="ctr">
              <a:buNone/>
              <a:defRPr sz="1575" b="1">
                <a:solidFill>
                  <a:srgbClr val="10253F"/>
                </a:solidFill>
                <a:latin typeface="Arial"/>
                <a:ea typeface="Arial"/>
                <a:cs typeface="Arial"/>
              </a:defRPr>
            </a:pPr>
            <a:r>
              <a:rPr sz="1575" b="1">
                <a:solidFill>
                  <a:srgbClr val="10253F"/>
                </a:solidFill>
                <a:latin typeface="Arial"/>
                <a:ea typeface="Arial"/>
                <a:cs typeface="Arial"/>
              </a:rPr>
              <a:t>EMAIL INTAKE</a:t>
            </a:r>
          </a:p>
        </p:txBody>
      </p:sp>
      <p:sp>
        <p:nvSpPr>
          <p:cNvPr id="13" name="">
            <a:extLst xmlns:a="http://schemas.openxmlformats.org/drawingml/2006/main">
              <a:ext uri="{FF2B5EF4-FFF2-40B4-BE49-F238E27FC236}">
                <a16:creationId xmlns:a16="http://schemas.microsoft.com/office/drawing/2014/main" id="{B409E650-E986-4DC7-8BA3-616216AFAB8A}"/>
              </a:ext>
            </a:extLst>
          </p:cNvPr>
          <p:cNvSpPr>
            <a:spLocks xmlns:a="http://schemas.openxmlformats.org/drawingml/2006/main" noGrp="1"/>
          </p:cNvSpPr>
          <p:nvPr/>
        </p:nvSpPr>
        <p:spPr>
          <a:xfrm xmlns:a="http://schemas.openxmlformats.org/drawingml/2006/main">
            <a:off x="428625" y="3571875"/>
            <a:ext cx="1381125"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0A8FABEC-18CB-4F06-9B59-ED6C275CE2B9}"/>
              </a:ext>
            </a:extLst>
          </p:cNvPr>
          <p:cNvSpPr>
            <a:spLocks xmlns:a="http://schemas.openxmlformats.org/drawingml/2006/main" noGrp="1"/>
          </p:cNvSpPr>
          <p:nvPr/>
        </p:nvSpPr>
        <p:spPr>
          <a:xfrm xmlns:a="http://schemas.openxmlformats.org/drawingml/2006/main">
            <a:off x="590550" y="3648075"/>
            <a:ext cx="1057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7222"/>
          </a:bodyPr>
          <a:lstStyle xmlns:a="http://schemas.openxmlformats.org/drawingml/2006/main"/>
          <a:p xmlns:a="http://schemas.openxmlformats.org/drawingml/2006/main">
            <a:pPr algn="ctr">
              <a:buNone/>
              <a:defRPr sz="1800" b="1">
                <a:solidFill>
                  <a:srgbClr val="F07D3B"/>
                </a:solidFill>
                <a:latin typeface="Arial"/>
                <a:ea typeface="Arial"/>
                <a:cs typeface="Arial"/>
              </a:defRPr>
            </a:pPr>
            <a:r>
              <a:rPr sz="1800" b="1">
                <a:solidFill>
                  <a:srgbClr val="F07D3B"/>
                </a:solidFill>
                <a:latin typeface="Arial"/>
                <a:ea typeface="Arial"/>
                <a:cs typeface="Arial"/>
              </a:rPr>
              <a:t>.EML</a:t>
            </a:r>
          </a:p>
        </p:txBody>
      </p:sp>
      <p:sp>
        <p:nvSpPr>
          <p:cNvPr id="15" name="">
            <a:extLst xmlns:a="http://schemas.openxmlformats.org/drawingml/2006/main">
              <a:ext uri="{FF2B5EF4-FFF2-40B4-BE49-F238E27FC236}">
                <a16:creationId xmlns:a16="http://schemas.microsoft.com/office/drawing/2014/main" id="{52882A98-3509-4814-9A4B-C47164558652}"/>
              </a:ext>
            </a:extLst>
          </p:cNvPr>
          <p:cNvSpPr>
            <a:spLocks xmlns:a="http://schemas.openxmlformats.org/drawingml/2006/main" noGrp="1"/>
          </p:cNvSpPr>
          <p:nvPr/>
        </p:nvSpPr>
        <p:spPr>
          <a:xfrm xmlns:a="http://schemas.openxmlformats.org/drawingml/2006/main">
            <a:off x="571500" y="3924300"/>
            <a:ext cx="1095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9863"/>
          </a:bodyPr>
          <a:lstStyle xmlns:a="http://schemas.openxmlformats.org/drawingml/2006/main"/>
          <a:p xmlns:a="http://schemas.openxmlformats.org/drawingml/2006/main">
            <a:pPr algn="ctr">
              <a:buNone/>
              <a:defRPr sz="1125" b="0">
                <a:solidFill>
                  <a:srgbClr val="536273"/>
                </a:solidFill>
                <a:latin typeface="Arial"/>
                <a:ea typeface="Arial"/>
                <a:cs typeface="Arial"/>
              </a:defRPr>
            </a:pPr>
            <a:r>
              <a:rPr sz="1125" b="0">
                <a:solidFill>
                  <a:srgbClr val="536273"/>
                </a:solidFill>
                <a:latin typeface="Arial"/>
                <a:ea typeface="Arial"/>
                <a:cs typeface="Arial"/>
              </a:rPr>
              <a:t>Size + MIME check</a:t>
            </a:r>
          </a:p>
        </p:txBody>
      </p:sp>
      <p:sp>
        <p:nvSpPr>
          <p:cNvPr id="16" name="">
            <a:extLst xmlns:a="http://schemas.openxmlformats.org/drawingml/2006/main">
              <a:ext uri="{FF2B5EF4-FFF2-40B4-BE49-F238E27FC236}">
                <a16:creationId xmlns:a16="http://schemas.microsoft.com/office/drawing/2014/main" id="{833EE6D0-3012-4718-A3C0-407E7126AB06}"/>
              </a:ext>
            </a:extLst>
          </p:cNvPr>
          <p:cNvSpPr>
            <a:spLocks xmlns:a="http://schemas.openxmlformats.org/drawingml/2006/main" noGrp="1"/>
          </p:cNvSpPr>
          <p:nvPr/>
        </p:nvSpPr>
        <p:spPr>
          <a:xfrm xmlns:a="http://schemas.openxmlformats.org/drawingml/2006/main">
            <a:off x="2619375" y="2924175"/>
            <a:ext cx="476250" cy="476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159F9A"/>
            </a:solidFill>
            <a:prstDash val="solid"/>
          </a:ln>
        </p:spPr>
      </p:sp>
      <p:sp>
        <p:nvSpPr>
          <p:cNvPr id="17" name="">
            <a:extLst xmlns:a="http://schemas.openxmlformats.org/drawingml/2006/main">
              <a:ext uri="{FF2B5EF4-FFF2-40B4-BE49-F238E27FC236}">
                <a16:creationId xmlns:a16="http://schemas.microsoft.com/office/drawing/2014/main" id="{84A0FCA4-56CC-4A61-9D37-8EFF628078C1}"/>
              </a:ext>
            </a:extLst>
          </p:cNvPr>
          <p:cNvSpPr>
            <a:spLocks xmlns:a="http://schemas.openxmlformats.org/drawingml/2006/main" noGrp="1"/>
          </p:cNvSpPr>
          <p:nvPr/>
        </p:nvSpPr>
        <p:spPr>
          <a:xfrm xmlns:a="http://schemas.openxmlformats.org/drawingml/2006/main">
            <a:off x="2657475" y="1981200"/>
            <a:ext cx="400050" cy="400050"/>
          </a:xfrm>
          <a:prstGeom xmlns:a="http://schemas.openxmlformats.org/drawingml/2006/main" prst="ellipse">
            <a:avLst/>
          </a:prstGeom>
          <a:solidFill xmlns:a="http://schemas.openxmlformats.org/drawingml/2006/main">
            <a:srgbClr val="159F9A"/>
          </a:solidFill>
          <a:ln xmlns:a="http://schemas.openxmlformats.org/drawingml/2006/main" w="0">
            <a:solidFill>
              <a:srgbClr val="159F9A"/>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0125EE3B-DAD3-4F08-8D8B-211063AAF7ED}"/>
              </a:ext>
            </a:extLst>
          </p:cNvPr>
          <p:cNvSpPr>
            <a:spLocks xmlns:a="http://schemas.openxmlformats.org/drawingml/2006/main" noGrp="1"/>
          </p:cNvSpPr>
          <p:nvPr/>
        </p:nvSpPr>
        <p:spPr>
          <a:xfrm xmlns:a="http://schemas.openxmlformats.org/drawingml/2006/main">
            <a:off x="2219325" y="2447925"/>
            <a:ext cx="1276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67569"/>
          </a:bodyPr>
          <a:lstStyle xmlns:a="http://schemas.openxmlformats.org/drawingml/2006/main"/>
          <a:p xmlns:a="http://schemas.openxmlformats.org/drawingml/2006/main">
            <a:pPr algn="ctr">
              <a:buNone/>
              <a:defRPr sz="1575" b="1">
                <a:solidFill>
                  <a:srgbClr val="10253F"/>
                </a:solidFill>
                <a:latin typeface="Arial"/>
                <a:ea typeface="Arial"/>
                <a:cs typeface="Arial"/>
              </a:defRPr>
            </a:pPr>
            <a:r>
              <a:rPr sz="1575" b="1">
                <a:solidFill>
                  <a:srgbClr val="10253F"/>
                </a:solidFill>
                <a:latin typeface="Arial"/>
                <a:ea typeface="Arial"/>
                <a:cs typeface="Arial"/>
              </a:rPr>
              <a:t>SAFE EXTRACTION</a:t>
            </a:r>
          </a:p>
        </p:txBody>
      </p:sp>
      <p:sp>
        <p:nvSpPr>
          <p:cNvPr id="19" name="">
            <a:extLst xmlns:a="http://schemas.openxmlformats.org/drawingml/2006/main">
              <a:ext uri="{FF2B5EF4-FFF2-40B4-BE49-F238E27FC236}">
                <a16:creationId xmlns:a16="http://schemas.microsoft.com/office/drawing/2014/main" id="{63915A16-D71C-4F96-9F75-23F8D48A500A}"/>
              </a:ext>
            </a:extLst>
          </p:cNvPr>
          <p:cNvSpPr>
            <a:spLocks xmlns:a="http://schemas.openxmlformats.org/drawingml/2006/main" noGrp="1"/>
          </p:cNvSpPr>
          <p:nvPr/>
        </p:nvSpPr>
        <p:spPr>
          <a:xfrm xmlns:a="http://schemas.openxmlformats.org/drawingml/2006/main">
            <a:off x="2238375" y="3590925"/>
            <a:ext cx="609600" cy="26670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159F9A"/>
            </a:solidFill>
            <a:prstDash val="solid"/>
          </a:ln>
        </p:spPr>
      </p:sp>
      <p:sp>
        <p:nvSpPr>
          <p:cNvPr id="20" name="">
            <a:extLst xmlns:a="http://schemas.openxmlformats.org/drawingml/2006/main">
              <a:ext uri="{FF2B5EF4-FFF2-40B4-BE49-F238E27FC236}">
                <a16:creationId xmlns:a16="http://schemas.microsoft.com/office/drawing/2014/main" id="{C06D8391-73EE-4CE0-AC0D-F55406C71E43}"/>
              </a:ext>
            </a:extLst>
          </p:cNvPr>
          <p:cNvSpPr>
            <a:spLocks xmlns:a="http://schemas.openxmlformats.org/drawingml/2006/main" noGrp="1"/>
          </p:cNvSpPr>
          <p:nvPr/>
        </p:nvSpPr>
        <p:spPr>
          <a:xfrm xmlns:a="http://schemas.openxmlformats.org/drawingml/2006/main">
            <a:off x="2238375" y="35909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HEADER</a:t>
            </a:r>
          </a:p>
        </p:txBody>
      </p:sp>
      <p:sp>
        <p:nvSpPr>
          <p:cNvPr id="21" name="">
            <a:extLst xmlns:a="http://schemas.openxmlformats.org/drawingml/2006/main">
              <a:ext uri="{FF2B5EF4-FFF2-40B4-BE49-F238E27FC236}">
                <a16:creationId xmlns:a16="http://schemas.microsoft.com/office/drawing/2014/main" id="{60E3634F-45CF-46FC-A8D4-3A5B9D7E260F}"/>
              </a:ext>
            </a:extLst>
          </p:cNvPr>
          <p:cNvSpPr>
            <a:spLocks xmlns:a="http://schemas.openxmlformats.org/drawingml/2006/main" noGrp="1"/>
          </p:cNvSpPr>
          <p:nvPr/>
        </p:nvSpPr>
        <p:spPr>
          <a:xfrm xmlns:a="http://schemas.openxmlformats.org/drawingml/2006/main">
            <a:off x="2924175" y="3590925"/>
            <a:ext cx="60960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159F9A"/>
            </a:solidFill>
            <a:prstDash val="solid"/>
          </a:ln>
        </p:spPr>
      </p:sp>
      <p:sp>
        <p:nvSpPr>
          <p:cNvPr id="22" name="">
            <a:extLst xmlns:a="http://schemas.openxmlformats.org/drawingml/2006/main">
              <a:ext uri="{FF2B5EF4-FFF2-40B4-BE49-F238E27FC236}">
                <a16:creationId xmlns:a16="http://schemas.microsoft.com/office/drawing/2014/main" id="{2716BBC3-6916-49A8-A6C2-3A42241441EC}"/>
              </a:ext>
            </a:extLst>
          </p:cNvPr>
          <p:cNvSpPr>
            <a:spLocks xmlns:a="http://schemas.openxmlformats.org/drawingml/2006/main" noGrp="1"/>
          </p:cNvSpPr>
          <p:nvPr/>
        </p:nvSpPr>
        <p:spPr>
          <a:xfrm xmlns:a="http://schemas.openxmlformats.org/drawingml/2006/main">
            <a:off x="2924175" y="35909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BODY</a:t>
            </a:r>
          </a:p>
        </p:txBody>
      </p:sp>
      <p:sp>
        <p:nvSpPr>
          <p:cNvPr id="23" name="">
            <a:extLst xmlns:a="http://schemas.openxmlformats.org/drawingml/2006/main">
              <a:ext uri="{FF2B5EF4-FFF2-40B4-BE49-F238E27FC236}">
                <a16:creationId xmlns:a16="http://schemas.microsoft.com/office/drawing/2014/main" id="{B6B2529F-F436-42AA-9707-A3B56A5FB4C7}"/>
              </a:ext>
            </a:extLst>
          </p:cNvPr>
          <p:cNvSpPr>
            <a:spLocks xmlns:a="http://schemas.openxmlformats.org/drawingml/2006/main" noGrp="1"/>
          </p:cNvSpPr>
          <p:nvPr/>
        </p:nvSpPr>
        <p:spPr>
          <a:xfrm xmlns:a="http://schemas.openxmlformats.org/drawingml/2006/main">
            <a:off x="2238375" y="3933825"/>
            <a:ext cx="609600" cy="26670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159F9A"/>
            </a:solidFill>
            <a:prstDash val="solid"/>
          </a:ln>
        </p:spPr>
      </p:sp>
      <p:sp>
        <p:nvSpPr>
          <p:cNvPr id="24" name="">
            <a:extLst xmlns:a="http://schemas.openxmlformats.org/drawingml/2006/main">
              <a:ext uri="{FF2B5EF4-FFF2-40B4-BE49-F238E27FC236}">
                <a16:creationId xmlns:a16="http://schemas.microsoft.com/office/drawing/2014/main" id="{FEBEC7DD-DC0B-4225-906B-ADF79F978C07}"/>
              </a:ext>
            </a:extLst>
          </p:cNvPr>
          <p:cNvSpPr>
            <a:spLocks xmlns:a="http://schemas.openxmlformats.org/drawingml/2006/main" noGrp="1"/>
          </p:cNvSpPr>
          <p:nvPr/>
        </p:nvSpPr>
        <p:spPr>
          <a:xfrm xmlns:a="http://schemas.openxmlformats.org/drawingml/2006/main">
            <a:off x="2238375" y="3933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LINKS</a:t>
            </a:r>
          </a:p>
        </p:txBody>
      </p:sp>
      <p:sp>
        <p:nvSpPr>
          <p:cNvPr id="25" name="">
            <a:extLst xmlns:a="http://schemas.openxmlformats.org/drawingml/2006/main">
              <a:ext uri="{FF2B5EF4-FFF2-40B4-BE49-F238E27FC236}">
                <a16:creationId xmlns:a16="http://schemas.microsoft.com/office/drawing/2014/main" id="{36614B07-EA5F-45CA-926B-3469BB1B553A}"/>
              </a:ext>
            </a:extLst>
          </p:cNvPr>
          <p:cNvSpPr>
            <a:spLocks xmlns:a="http://schemas.openxmlformats.org/drawingml/2006/main" noGrp="1"/>
          </p:cNvSpPr>
          <p:nvPr/>
        </p:nvSpPr>
        <p:spPr>
          <a:xfrm xmlns:a="http://schemas.openxmlformats.org/drawingml/2006/main">
            <a:off x="2924175" y="3933825"/>
            <a:ext cx="60960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159F9A"/>
            </a:solidFill>
            <a:prstDash val="solid"/>
          </a:ln>
        </p:spPr>
      </p:sp>
      <p:sp>
        <p:nvSpPr>
          <p:cNvPr id="26" name="">
            <a:extLst xmlns:a="http://schemas.openxmlformats.org/drawingml/2006/main">
              <a:ext uri="{FF2B5EF4-FFF2-40B4-BE49-F238E27FC236}">
                <a16:creationId xmlns:a16="http://schemas.microsoft.com/office/drawing/2014/main" id="{765C2ACC-B998-4C0B-87F0-F8F72E8FE324}"/>
              </a:ext>
            </a:extLst>
          </p:cNvPr>
          <p:cNvSpPr>
            <a:spLocks xmlns:a="http://schemas.openxmlformats.org/drawingml/2006/main" noGrp="1"/>
          </p:cNvSpPr>
          <p:nvPr/>
        </p:nvSpPr>
        <p:spPr>
          <a:xfrm xmlns:a="http://schemas.openxmlformats.org/drawingml/2006/main">
            <a:off x="2924175" y="39338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FILES</a:t>
            </a:r>
          </a:p>
        </p:txBody>
      </p:sp>
      <p:sp>
        <p:nvSpPr>
          <p:cNvPr id="27" name="">
            <a:extLst xmlns:a="http://schemas.openxmlformats.org/drawingml/2006/main">
              <a:ext uri="{FF2B5EF4-FFF2-40B4-BE49-F238E27FC236}">
                <a16:creationId xmlns:a16="http://schemas.microsoft.com/office/drawing/2014/main" id="{90CD5417-AB14-4EEC-85A1-3FE623BDAD0F}"/>
              </a:ext>
            </a:extLst>
          </p:cNvPr>
          <p:cNvSpPr>
            <a:spLocks xmlns:a="http://schemas.openxmlformats.org/drawingml/2006/main" noGrp="1"/>
          </p:cNvSpPr>
          <p:nvPr/>
        </p:nvSpPr>
        <p:spPr>
          <a:xfrm xmlns:a="http://schemas.openxmlformats.org/drawingml/2006/main">
            <a:off x="3905250" y="1657350"/>
            <a:ext cx="3790950" cy="3105150"/>
          </a:xfrm>
          <a:prstGeom xmlns:a="http://schemas.openxmlformats.org/drawingml/2006/main" prst="roundRect">
            <a:avLst>
              <a:gd name="adj" fmla="val 4908"/>
            </a:avLst>
          </a:prstGeom>
          <a:solidFill xmlns:a="http://schemas.openxmlformats.org/drawingml/2006/main">
            <a:srgbClr val="10253F"/>
          </a:solidFill>
          <a:ln xmlns:a="http://schemas.openxmlformats.org/drawingml/2006/main" w="0">
            <a:solidFill>
              <a:srgbClr val="10253F"/>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5BD75FD3-E17C-4262-9A70-CAC861144DB6}"/>
              </a:ext>
            </a:extLst>
          </p:cNvPr>
          <p:cNvSpPr>
            <a:spLocks xmlns:a="http://schemas.openxmlformats.org/drawingml/2006/main" noGrp="1"/>
          </p:cNvSpPr>
          <p:nvPr/>
        </p:nvSpPr>
        <p:spPr>
          <a:xfrm xmlns:a="http://schemas.openxmlformats.org/drawingml/2006/main">
            <a:off x="4095750" y="1847850"/>
            <a:ext cx="400050" cy="400050"/>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29" name="">
            <a:extLst xmlns:a="http://schemas.openxmlformats.org/drawingml/2006/main">
              <a:ext uri="{FF2B5EF4-FFF2-40B4-BE49-F238E27FC236}">
                <a16:creationId xmlns:a16="http://schemas.microsoft.com/office/drawing/2014/main" id="{6C71F801-7E2B-4575-A173-C05255CA9F52}"/>
              </a:ext>
            </a:extLst>
          </p:cNvPr>
          <p:cNvSpPr>
            <a:spLocks xmlns:a="http://schemas.openxmlformats.org/drawingml/2006/main" noGrp="1"/>
          </p:cNvSpPr>
          <p:nvPr/>
        </p:nvSpPr>
        <p:spPr>
          <a:xfrm xmlns:a="http://schemas.openxmlformats.org/drawingml/2006/main">
            <a:off x="4629150" y="1847850"/>
            <a:ext cx="2724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EVIDENCE ENGINE</a:t>
            </a:r>
          </a:p>
        </p:txBody>
      </p:sp>
      <p:sp>
        <p:nvSpPr>
          <p:cNvPr id="30" name="">
            <a:extLst xmlns:a="http://schemas.openxmlformats.org/drawingml/2006/main">
              <a:ext uri="{FF2B5EF4-FFF2-40B4-BE49-F238E27FC236}">
                <a16:creationId xmlns:a16="http://schemas.microsoft.com/office/drawing/2014/main" id="{3FF88D96-5AD0-4EE2-A5B0-39FC182C7BF0}"/>
              </a:ext>
            </a:extLst>
          </p:cNvPr>
          <p:cNvSpPr>
            <a:spLocks xmlns:a="http://schemas.openxmlformats.org/drawingml/2006/main" noGrp="1"/>
          </p:cNvSpPr>
          <p:nvPr/>
        </p:nvSpPr>
        <p:spPr>
          <a:xfrm xmlns:a="http://schemas.openxmlformats.org/drawingml/2006/main">
            <a:off x="4114800" y="2276475"/>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0">
                <a:solidFill>
                  <a:srgbClr val="BEC9D5"/>
                </a:solidFill>
                <a:latin typeface="Arial"/>
                <a:ea typeface="Arial"/>
                <a:cs typeface="Arial"/>
              </a:defRPr>
            </a:pPr>
            <a:r>
              <a:rPr sz="1275" b="0">
                <a:solidFill>
                  <a:srgbClr val="BEC9D5"/>
                </a:solidFill>
                <a:latin typeface="Arial"/>
                <a:ea typeface="Arial"/>
                <a:cs typeface="Arial"/>
              </a:rPr>
              <a:t>Three independent evidence streams</a:t>
            </a:r>
          </a:p>
        </p:txBody>
      </p:sp>
      <p:sp>
        <p:nvSpPr>
          <p:cNvPr id="31" name="">
            <a:extLst xmlns:a="http://schemas.openxmlformats.org/drawingml/2006/main">
              <a:ext uri="{FF2B5EF4-FFF2-40B4-BE49-F238E27FC236}">
                <a16:creationId xmlns:a16="http://schemas.microsoft.com/office/drawing/2014/main" id="{CFBF84AC-261C-4A85-B4BE-A16B56C99A18}"/>
              </a:ext>
            </a:extLst>
          </p:cNvPr>
          <p:cNvSpPr>
            <a:spLocks xmlns:a="http://schemas.openxmlformats.org/drawingml/2006/main" noGrp="1"/>
          </p:cNvSpPr>
          <p:nvPr/>
        </p:nvSpPr>
        <p:spPr>
          <a:xfrm xmlns:a="http://schemas.openxmlformats.org/drawingml/2006/main">
            <a:off x="4095750" y="2686050"/>
            <a:ext cx="3409950" cy="533400"/>
          </a:xfrm>
          <a:prstGeom xmlns:a="http://schemas.openxmlformats.org/drawingml/2006/main" prst="roundRect">
            <a:avLst>
              <a:gd name="adj" fmla="val 14286"/>
            </a:avLst>
          </a:prstGeom>
          <a:solidFill xmlns:a="http://schemas.openxmlformats.org/drawingml/2006/main">
            <a:srgbClr val="40291E"/>
          </a:solidFill>
          <a:ln xmlns:a="http://schemas.openxmlformats.org/drawingml/2006/main" w="9525">
            <a:solidFill>
              <a:srgbClr val="F07D3B"/>
            </a:solidFill>
            <a:prstDash val="solid"/>
          </a:ln>
        </p:spPr>
      </p:sp>
      <p:sp>
        <p:nvSpPr>
          <p:cNvPr id="32" name="">
            <a:extLst xmlns:a="http://schemas.openxmlformats.org/drawingml/2006/main">
              <a:ext uri="{FF2B5EF4-FFF2-40B4-BE49-F238E27FC236}">
                <a16:creationId xmlns:a16="http://schemas.microsoft.com/office/drawing/2014/main" id="{5696ADB9-E2B4-4DBF-94A9-3BEC25E06035}"/>
              </a:ext>
            </a:extLst>
          </p:cNvPr>
          <p:cNvSpPr>
            <a:spLocks xmlns:a="http://schemas.openxmlformats.org/drawingml/2006/main" noGrp="1"/>
          </p:cNvSpPr>
          <p:nvPr/>
        </p:nvSpPr>
        <p:spPr>
          <a:xfrm xmlns:a="http://schemas.openxmlformats.org/drawingml/2006/main">
            <a:off x="4229100" y="2809875"/>
            <a:ext cx="552450" cy="285750"/>
          </a:xfrm>
          <a:prstGeom xmlns:a="http://schemas.openxmlformats.org/drawingml/2006/main" prst="roundRect">
            <a:avLst>
              <a:gd name="adj" fmla="val 50000"/>
            </a:avLst>
          </a:prstGeom>
          <a:solidFill xmlns:a="http://schemas.openxmlformats.org/drawingml/2006/main">
            <a:srgbClr val="F07D3B"/>
          </a:solidFill>
          <a:ln xmlns:a="http://schemas.openxmlformats.org/drawingml/2006/main" w="0">
            <a:solidFill>
              <a:srgbClr val="F07D3B"/>
            </a:solidFill>
            <a:prstDash val="solid"/>
          </a:ln>
        </p:spPr>
      </p:sp>
      <p:sp>
        <p:nvSpPr>
          <p:cNvPr id="33" name="">
            <a:extLst xmlns:a="http://schemas.openxmlformats.org/drawingml/2006/main">
              <a:ext uri="{FF2B5EF4-FFF2-40B4-BE49-F238E27FC236}">
                <a16:creationId xmlns:a16="http://schemas.microsoft.com/office/drawing/2014/main" id="{8DA6EB9A-49C5-40F5-802A-BB6B0FD09496}"/>
              </a:ext>
            </a:extLst>
          </p:cNvPr>
          <p:cNvSpPr>
            <a:spLocks xmlns:a="http://schemas.openxmlformats.org/drawingml/2006/main" noGrp="1"/>
          </p:cNvSpPr>
          <p:nvPr/>
        </p:nvSpPr>
        <p:spPr>
          <a:xfrm xmlns:a="http://schemas.openxmlformats.org/drawingml/2006/main">
            <a:off x="4229100" y="28098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0253F"/>
                </a:solidFill>
                <a:latin typeface="Arial"/>
                <a:ea typeface="Arial"/>
                <a:cs typeface="Arial"/>
              </a:defRPr>
            </a:pPr>
            <a:r>
              <a:rPr sz="900" b="1">
                <a:solidFill>
                  <a:srgbClr val="10253F"/>
                </a:solidFill>
                <a:latin typeface="Arial"/>
                <a:ea typeface="Arial"/>
                <a:cs typeface="Arial"/>
              </a:rPr>
              <a:t>AI</a:t>
            </a:r>
          </a:p>
        </p:txBody>
      </p:sp>
      <p:sp>
        <p:nvSpPr>
          <p:cNvPr id="34" name="">
            <a:extLst xmlns:a="http://schemas.openxmlformats.org/drawingml/2006/main">
              <a:ext uri="{FF2B5EF4-FFF2-40B4-BE49-F238E27FC236}">
                <a16:creationId xmlns:a16="http://schemas.microsoft.com/office/drawing/2014/main" id="{962C73FA-1065-4532-AB36-ADC7EB87ED02}"/>
              </a:ext>
            </a:extLst>
          </p:cNvPr>
          <p:cNvSpPr>
            <a:spLocks xmlns:a="http://schemas.openxmlformats.org/drawingml/2006/main" noGrp="1"/>
          </p:cNvSpPr>
          <p:nvPr/>
        </p:nvSpPr>
        <p:spPr>
          <a:xfrm xmlns:a="http://schemas.openxmlformats.org/drawingml/2006/main">
            <a:off x="4953000" y="2733675"/>
            <a:ext cx="2362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Content intelligence</a:t>
            </a:r>
          </a:p>
        </p:txBody>
      </p:sp>
      <p:sp>
        <p:nvSpPr>
          <p:cNvPr id="35" name="">
            <a:extLst xmlns:a="http://schemas.openxmlformats.org/drawingml/2006/main">
              <a:ext uri="{FF2B5EF4-FFF2-40B4-BE49-F238E27FC236}">
                <a16:creationId xmlns:a16="http://schemas.microsoft.com/office/drawing/2014/main" id="{A3A8D3EC-7369-43E1-BB53-65C17E89823A}"/>
              </a:ext>
            </a:extLst>
          </p:cNvPr>
          <p:cNvSpPr>
            <a:spLocks xmlns:a="http://schemas.openxmlformats.org/drawingml/2006/main" noGrp="1"/>
          </p:cNvSpPr>
          <p:nvPr/>
        </p:nvSpPr>
        <p:spPr>
          <a:xfrm xmlns:a="http://schemas.openxmlformats.org/drawingml/2006/main">
            <a:off x="4953000" y="296227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050" b="0">
                <a:solidFill>
                  <a:srgbClr val="C8D1DA"/>
                </a:solidFill>
                <a:latin typeface="Arial"/>
                <a:ea typeface="Arial"/>
                <a:cs typeface="Arial"/>
              </a:defRPr>
            </a:pPr>
            <a:r>
              <a:rPr sz="1050" b="0">
                <a:solidFill>
                  <a:srgbClr val="C8D1DA"/>
                </a:solidFill>
                <a:latin typeface="Arial"/>
                <a:ea typeface="Arial"/>
                <a:cs typeface="Arial"/>
              </a:rPr>
              <a:t>TF-IDF model + deterministic rules</a:t>
            </a:r>
          </a:p>
        </p:txBody>
      </p:sp>
      <p:sp>
        <p:nvSpPr>
          <p:cNvPr id="36" name="">
            <a:extLst xmlns:a="http://schemas.openxmlformats.org/drawingml/2006/main">
              <a:ext uri="{FF2B5EF4-FFF2-40B4-BE49-F238E27FC236}">
                <a16:creationId xmlns:a16="http://schemas.microsoft.com/office/drawing/2014/main" id="{1495BEBA-5C06-45D5-8EE6-7E5766BE6F96}"/>
              </a:ext>
            </a:extLst>
          </p:cNvPr>
          <p:cNvSpPr>
            <a:spLocks xmlns:a="http://schemas.openxmlformats.org/drawingml/2006/main" noGrp="1"/>
          </p:cNvSpPr>
          <p:nvPr/>
        </p:nvSpPr>
        <p:spPr>
          <a:xfrm xmlns:a="http://schemas.openxmlformats.org/drawingml/2006/main">
            <a:off x="4095750" y="3314700"/>
            <a:ext cx="3409950" cy="533400"/>
          </a:xfrm>
          <a:prstGeom xmlns:a="http://schemas.openxmlformats.org/drawingml/2006/main" prst="roundRect">
            <a:avLst>
              <a:gd name="adj" fmla="val 14286"/>
            </a:avLst>
          </a:prstGeom>
          <a:solidFill xmlns:a="http://schemas.openxmlformats.org/drawingml/2006/main">
            <a:srgbClr val="16393D"/>
          </a:solidFill>
          <a:ln xmlns:a="http://schemas.openxmlformats.org/drawingml/2006/main" w="9525">
            <a:solidFill>
              <a:srgbClr val="46D6CF"/>
            </a:solidFill>
            <a:prstDash val="solid"/>
          </a:ln>
        </p:spPr>
      </p:sp>
      <p:sp>
        <p:nvSpPr>
          <p:cNvPr id="37" name="">
            <a:extLst xmlns:a="http://schemas.openxmlformats.org/drawingml/2006/main">
              <a:ext uri="{FF2B5EF4-FFF2-40B4-BE49-F238E27FC236}">
                <a16:creationId xmlns:a16="http://schemas.microsoft.com/office/drawing/2014/main" id="{2EF7065E-A7F3-4F55-BCEA-1E828C34B5A3}"/>
              </a:ext>
            </a:extLst>
          </p:cNvPr>
          <p:cNvSpPr>
            <a:spLocks xmlns:a="http://schemas.openxmlformats.org/drawingml/2006/main" noGrp="1"/>
          </p:cNvSpPr>
          <p:nvPr/>
        </p:nvSpPr>
        <p:spPr>
          <a:xfrm xmlns:a="http://schemas.openxmlformats.org/drawingml/2006/main">
            <a:off x="4229100" y="3438525"/>
            <a:ext cx="552450" cy="285750"/>
          </a:xfrm>
          <a:prstGeom xmlns:a="http://schemas.openxmlformats.org/drawingml/2006/main" prst="roundRect">
            <a:avLst>
              <a:gd name="adj" fmla="val 50000"/>
            </a:avLst>
          </a:prstGeom>
          <a:solidFill xmlns:a="http://schemas.openxmlformats.org/drawingml/2006/main">
            <a:srgbClr val="46D6CF"/>
          </a:solidFill>
          <a:ln xmlns:a="http://schemas.openxmlformats.org/drawingml/2006/main" w="0">
            <a:solidFill>
              <a:srgbClr val="46D6CF"/>
            </a:solidFill>
            <a:prstDash val="solid"/>
          </a:ln>
        </p:spPr>
      </p:sp>
      <p:sp>
        <p:nvSpPr>
          <p:cNvPr id="38" name="">
            <a:extLst xmlns:a="http://schemas.openxmlformats.org/drawingml/2006/main">
              <a:ext uri="{FF2B5EF4-FFF2-40B4-BE49-F238E27FC236}">
                <a16:creationId xmlns:a16="http://schemas.microsoft.com/office/drawing/2014/main" id="{B7BE12D6-E8BD-4D83-B2AD-96A3EDA95E32}"/>
              </a:ext>
            </a:extLst>
          </p:cNvPr>
          <p:cNvSpPr>
            <a:spLocks xmlns:a="http://schemas.openxmlformats.org/drawingml/2006/main" noGrp="1"/>
          </p:cNvSpPr>
          <p:nvPr/>
        </p:nvSpPr>
        <p:spPr>
          <a:xfrm xmlns:a="http://schemas.openxmlformats.org/drawingml/2006/main">
            <a:off x="4229100" y="343852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0253F"/>
                </a:solidFill>
                <a:latin typeface="Arial"/>
                <a:ea typeface="Arial"/>
                <a:cs typeface="Arial"/>
              </a:defRPr>
            </a:pPr>
            <a:r>
              <a:rPr sz="900" b="1">
                <a:solidFill>
                  <a:srgbClr val="10253F"/>
                </a:solidFill>
                <a:latin typeface="Arial"/>
                <a:ea typeface="Arial"/>
                <a:cs typeface="Arial"/>
              </a:rPr>
              <a:t>TRUST</a:t>
            </a:r>
          </a:p>
        </p:txBody>
      </p:sp>
      <p:sp>
        <p:nvSpPr>
          <p:cNvPr id="39" name="">
            <a:extLst xmlns:a="http://schemas.openxmlformats.org/drawingml/2006/main">
              <a:ext uri="{FF2B5EF4-FFF2-40B4-BE49-F238E27FC236}">
                <a16:creationId xmlns:a16="http://schemas.microsoft.com/office/drawing/2014/main" id="{3E9462DA-0CF3-4EE2-93F6-FBF1F778E791}"/>
              </a:ext>
            </a:extLst>
          </p:cNvPr>
          <p:cNvSpPr>
            <a:spLocks xmlns:a="http://schemas.openxmlformats.org/drawingml/2006/main" noGrp="1"/>
          </p:cNvSpPr>
          <p:nvPr/>
        </p:nvSpPr>
        <p:spPr>
          <a:xfrm xmlns:a="http://schemas.openxmlformats.org/drawingml/2006/main">
            <a:off x="4953000" y="3362325"/>
            <a:ext cx="2362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Identity + infrastructure</a:t>
            </a:r>
          </a:p>
        </p:txBody>
      </p:sp>
      <p:sp>
        <p:nvSpPr>
          <p:cNvPr id="40" name="">
            <a:extLst xmlns:a="http://schemas.openxmlformats.org/drawingml/2006/main">
              <a:ext uri="{FF2B5EF4-FFF2-40B4-BE49-F238E27FC236}">
                <a16:creationId xmlns:a16="http://schemas.microsoft.com/office/drawing/2014/main" id="{01408C6D-71DE-4187-BE85-99040F7FD6C1}"/>
              </a:ext>
            </a:extLst>
          </p:cNvPr>
          <p:cNvSpPr>
            <a:spLocks xmlns:a="http://schemas.openxmlformats.org/drawingml/2006/main" noGrp="1"/>
          </p:cNvSpPr>
          <p:nvPr/>
        </p:nvSpPr>
        <p:spPr>
          <a:xfrm xmlns:a="http://schemas.openxmlformats.org/drawingml/2006/main">
            <a:off x="4953000" y="359092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4582"/>
          </a:bodyPr>
          <a:lstStyle xmlns:a="http://schemas.openxmlformats.org/drawingml/2006/main"/>
          <a:p xmlns:a="http://schemas.openxmlformats.org/drawingml/2006/main">
            <a:pPr algn="l">
              <a:buNone/>
              <a:defRPr sz="1050" b="0">
                <a:solidFill>
                  <a:srgbClr val="C8D1DA"/>
                </a:solidFill>
                <a:latin typeface="Arial"/>
                <a:ea typeface="Arial"/>
                <a:cs typeface="Arial"/>
              </a:defRPr>
            </a:pPr>
            <a:r>
              <a:rPr sz="1050" b="0">
                <a:solidFill>
                  <a:srgbClr val="C8D1DA"/>
                </a:solidFill>
                <a:latin typeface="Arial"/>
                <a:ea typeface="Arial"/>
                <a:cs typeface="Arial"/>
              </a:rPr>
              <a:t>Auth, sender, domain, DNS, IP, Geo, reputation</a:t>
            </a:r>
          </a:p>
        </p:txBody>
      </p:sp>
      <p:sp>
        <p:nvSpPr>
          <p:cNvPr id="41" name="">
            <a:extLst xmlns:a="http://schemas.openxmlformats.org/drawingml/2006/main">
              <a:ext uri="{FF2B5EF4-FFF2-40B4-BE49-F238E27FC236}">
                <a16:creationId xmlns:a16="http://schemas.microsoft.com/office/drawing/2014/main" id="{E8432104-80FF-46D4-93F8-54201D8A5125}"/>
              </a:ext>
            </a:extLst>
          </p:cNvPr>
          <p:cNvSpPr>
            <a:spLocks xmlns:a="http://schemas.openxmlformats.org/drawingml/2006/main" noGrp="1"/>
          </p:cNvSpPr>
          <p:nvPr/>
        </p:nvSpPr>
        <p:spPr>
          <a:xfrm xmlns:a="http://schemas.openxmlformats.org/drawingml/2006/main">
            <a:off x="4095750" y="3943350"/>
            <a:ext cx="3409950" cy="533400"/>
          </a:xfrm>
          <a:prstGeom xmlns:a="http://schemas.openxmlformats.org/drawingml/2006/main" prst="roundRect">
            <a:avLst>
              <a:gd name="adj" fmla="val 14286"/>
            </a:avLst>
          </a:prstGeom>
          <a:solidFill xmlns:a="http://schemas.openxmlformats.org/drawingml/2006/main">
            <a:srgbClr val="3B351F"/>
          </a:solidFill>
          <a:ln xmlns:a="http://schemas.openxmlformats.org/drawingml/2006/main" w="9525">
            <a:solidFill>
              <a:srgbClr val="F2C454"/>
            </a:solidFill>
            <a:prstDash val="solid"/>
          </a:ln>
        </p:spPr>
      </p:sp>
      <p:sp>
        <p:nvSpPr>
          <p:cNvPr id="42" name="">
            <a:extLst xmlns:a="http://schemas.openxmlformats.org/drawingml/2006/main">
              <a:ext uri="{FF2B5EF4-FFF2-40B4-BE49-F238E27FC236}">
                <a16:creationId xmlns:a16="http://schemas.microsoft.com/office/drawing/2014/main" id="{ED51BF32-E6C0-4828-B107-D0D44CD8A2B1}"/>
              </a:ext>
            </a:extLst>
          </p:cNvPr>
          <p:cNvSpPr>
            <a:spLocks xmlns:a="http://schemas.openxmlformats.org/drawingml/2006/main" noGrp="1"/>
          </p:cNvSpPr>
          <p:nvPr/>
        </p:nvSpPr>
        <p:spPr>
          <a:xfrm xmlns:a="http://schemas.openxmlformats.org/drawingml/2006/main">
            <a:off x="4229100" y="4067175"/>
            <a:ext cx="552450" cy="285750"/>
          </a:xfrm>
          <a:prstGeom xmlns:a="http://schemas.openxmlformats.org/drawingml/2006/main" prst="roundRect">
            <a:avLst>
              <a:gd name="adj" fmla="val 50000"/>
            </a:avLst>
          </a:prstGeom>
          <a:solidFill xmlns:a="http://schemas.openxmlformats.org/drawingml/2006/main">
            <a:srgbClr val="F2C454"/>
          </a:solidFill>
          <a:ln xmlns:a="http://schemas.openxmlformats.org/drawingml/2006/main" w="0">
            <a:solidFill>
              <a:srgbClr val="F2C454"/>
            </a:solidFill>
            <a:prstDash val="solid"/>
          </a:ln>
        </p:spPr>
      </p:sp>
      <p:sp>
        <p:nvSpPr>
          <p:cNvPr id="43" name="">
            <a:extLst xmlns:a="http://schemas.openxmlformats.org/drawingml/2006/main">
              <a:ext uri="{FF2B5EF4-FFF2-40B4-BE49-F238E27FC236}">
                <a16:creationId xmlns:a16="http://schemas.microsoft.com/office/drawing/2014/main" id="{644A952A-5036-4935-B3D5-23C06C87BFF2}"/>
              </a:ext>
            </a:extLst>
          </p:cNvPr>
          <p:cNvSpPr>
            <a:spLocks xmlns:a="http://schemas.openxmlformats.org/drawingml/2006/main" noGrp="1"/>
          </p:cNvSpPr>
          <p:nvPr/>
        </p:nvSpPr>
        <p:spPr>
          <a:xfrm xmlns:a="http://schemas.openxmlformats.org/drawingml/2006/main">
            <a:off x="4229100" y="4067175"/>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10253F"/>
                </a:solidFill>
                <a:latin typeface="Arial"/>
                <a:ea typeface="Arial"/>
                <a:cs typeface="Arial"/>
              </a:defRPr>
            </a:pPr>
            <a:r>
              <a:rPr sz="900" b="1">
                <a:solidFill>
                  <a:srgbClr val="10253F"/>
                </a:solidFill>
                <a:latin typeface="Arial"/>
                <a:ea typeface="Arial"/>
                <a:cs typeface="Arial"/>
              </a:rPr>
              <a:t>HASH</a:t>
            </a:r>
          </a:p>
        </p:txBody>
      </p:sp>
      <p:sp>
        <p:nvSpPr>
          <p:cNvPr id="44" name="">
            <a:extLst xmlns:a="http://schemas.openxmlformats.org/drawingml/2006/main">
              <a:ext uri="{FF2B5EF4-FFF2-40B4-BE49-F238E27FC236}">
                <a16:creationId xmlns:a16="http://schemas.microsoft.com/office/drawing/2014/main" id="{CA05E5B9-4F5D-443F-976E-891384614817}"/>
              </a:ext>
            </a:extLst>
          </p:cNvPr>
          <p:cNvSpPr>
            <a:spLocks xmlns:a="http://schemas.openxmlformats.org/drawingml/2006/main" noGrp="1"/>
          </p:cNvSpPr>
          <p:nvPr/>
        </p:nvSpPr>
        <p:spPr>
          <a:xfrm xmlns:a="http://schemas.openxmlformats.org/drawingml/2006/main">
            <a:off x="4953000" y="3990975"/>
            <a:ext cx="2362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Attachment forensics</a:t>
            </a:r>
          </a:p>
        </p:txBody>
      </p:sp>
      <p:sp>
        <p:nvSpPr>
          <p:cNvPr id="45" name="">
            <a:extLst xmlns:a="http://schemas.openxmlformats.org/drawingml/2006/main">
              <a:ext uri="{FF2B5EF4-FFF2-40B4-BE49-F238E27FC236}">
                <a16:creationId xmlns:a16="http://schemas.microsoft.com/office/drawing/2014/main" id="{BB0FE40F-6E31-4521-9F78-5AA935311F68}"/>
              </a:ext>
            </a:extLst>
          </p:cNvPr>
          <p:cNvSpPr>
            <a:spLocks xmlns:a="http://schemas.openxmlformats.org/drawingml/2006/main" noGrp="1"/>
          </p:cNvSpPr>
          <p:nvPr/>
        </p:nvSpPr>
        <p:spPr>
          <a:xfrm xmlns:a="http://schemas.openxmlformats.org/drawingml/2006/main">
            <a:off x="4953000" y="4219575"/>
            <a:ext cx="2362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050" b="0">
                <a:solidFill>
                  <a:srgbClr val="C8D1DA"/>
                </a:solidFill>
                <a:latin typeface="Arial"/>
                <a:ea typeface="Arial"/>
                <a:cs typeface="Arial"/>
              </a:defRPr>
            </a:pPr>
            <a:r>
              <a:rPr sz="1050" b="0">
                <a:solidFill>
                  <a:srgbClr val="C8D1DA"/>
                </a:solidFill>
                <a:latin typeface="Arial"/>
                <a:ea typeface="Arial"/>
                <a:cs typeface="Arial"/>
              </a:rPr>
              <a:t>Type, extension, SHA-256 + reputation</a:t>
            </a:r>
          </a:p>
        </p:txBody>
      </p:sp>
      <p:sp>
        <p:nvSpPr>
          <p:cNvPr id="46" name="">
            <a:extLst xmlns:a="http://schemas.openxmlformats.org/drawingml/2006/main">
              <a:ext uri="{FF2B5EF4-FFF2-40B4-BE49-F238E27FC236}">
                <a16:creationId xmlns:a16="http://schemas.microsoft.com/office/drawing/2014/main" id="{DDC29842-2933-4592-9294-7D97395F8CF8}"/>
              </a:ext>
            </a:extLst>
          </p:cNvPr>
          <p:cNvSpPr>
            <a:spLocks xmlns:a="http://schemas.openxmlformats.org/drawingml/2006/main" noGrp="1"/>
          </p:cNvSpPr>
          <p:nvPr/>
        </p:nvSpPr>
        <p:spPr>
          <a:xfrm xmlns:a="http://schemas.openxmlformats.org/drawingml/2006/main">
            <a:off x="8420100" y="2924175"/>
            <a:ext cx="476250" cy="476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F07D3B"/>
            </a:solidFill>
            <a:prstDash val="solid"/>
          </a:ln>
        </p:spPr>
      </p:sp>
      <p:sp>
        <p:nvSpPr>
          <p:cNvPr id="47" name="">
            <a:extLst xmlns:a="http://schemas.openxmlformats.org/drawingml/2006/main">
              <a:ext uri="{FF2B5EF4-FFF2-40B4-BE49-F238E27FC236}">
                <a16:creationId xmlns:a16="http://schemas.microsoft.com/office/drawing/2014/main" id="{FC1141C3-C61A-41E2-80E7-AD0B4D433477}"/>
              </a:ext>
            </a:extLst>
          </p:cNvPr>
          <p:cNvSpPr>
            <a:spLocks xmlns:a="http://schemas.openxmlformats.org/drawingml/2006/main" noGrp="1"/>
          </p:cNvSpPr>
          <p:nvPr/>
        </p:nvSpPr>
        <p:spPr>
          <a:xfrm xmlns:a="http://schemas.openxmlformats.org/drawingml/2006/main">
            <a:off x="8458200" y="1981200"/>
            <a:ext cx="400050" cy="400050"/>
          </a:xfrm>
          <a:prstGeom xmlns:a="http://schemas.openxmlformats.org/drawingml/2006/main" prst="ellipse">
            <a:avLst/>
          </a:prstGeom>
          <a:solidFill xmlns:a="http://schemas.openxmlformats.org/drawingml/2006/main">
            <a:srgbClr val="2C67B1"/>
          </a:solidFill>
          <a:ln xmlns:a="http://schemas.openxmlformats.org/drawingml/2006/main" w="0">
            <a:solidFill>
              <a:srgbClr val="2C67B1"/>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48" name="">
            <a:extLst xmlns:a="http://schemas.openxmlformats.org/drawingml/2006/main">
              <a:ext uri="{FF2B5EF4-FFF2-40B4-BE49-F238E27FC236}">
                <a16:creationId xmlns:a16="http://schemas.microsoft.com/office/drawing/2014/main" id="{54A7345E-00C2-4B95-BDB5-4C827BFA2BBD}"/>
              </a:ext>
            </a:extLst>
          </p:cNvPr>
          <p:cNvSpPr>
            <a:spLocks xmlns:a="http://schemas.openxmlformats.org/drawingml/2006/main" noGrp="1"/>
          </p:cNvSpPr>
          <p:nvPr/>
        </p:nvSpPr>
        <p:spPr>
          <a:xfrm xmlns:a="http://schemas.openxmlformats.org/drawingml/2006/main">
            <a:off x="8105775" y="2447925"/>
            <a:ext cx="1181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1745"/>
          </a:bodyPr>
          <a:lstStyle xmlns:a="http://schemas.openxmlformats.org/drawingml/2006/main"/>
          <a:p xmlns:a="http://schemas.openxmlformats.org/drawingml/2006/main">
            <a:pPr algn="ctr">
              <a:buNone/>
              <a:defRPr sz="1575" b="1">
                <a:solidFill>
                  <a:srgbClr val="10253F"/>
                </a:solidFill>
                <a:latin typeface="Arial"/>
                <a:ea typeface="Arial"/>
                <a:cs typeface="Arial"/>
              </a:defRPr>
            </a:pPr>
            <a:r>
              <a:rPr sz="1575" b="1">
                <a:solidFill>
                  <a:srgbClr val="10253F"/>
                </a:solidFill>
                <a:latin typeface="Arial"/>
                <a:ea typeface="Arial"/>
                <a:cs typeface="Arial"/>
              </a:rPr>
              <a:t>RISK FUSION</a:t>
            </a:r>
          </a:p>
        </p:txBody>
      </p:sp>
      <p:sp>
        <p:nvSpPr>
          <p:cNvPr id="49" name="">
            <a:extLst xmlns:a="http://schemas.openxmlformats.org/drawingml/2006/main">
              <a:ext uri="{FF2B5EF4-FFF2-40B4-BE49-F238E27FC236}">
                <a16:creationId xmlns:a16="http://schemas.microsoft.com/office/drawing/2014/main" id="{98BC2D86-9A3B-46D2-A89C-B36F9EF4CB24}"/>
              </a:ext>
            </a:extLst>
          </p:cNvPr>
          <p:cNvSpPr>
            <a:spLocks xmlns:a="http://schemas.openxmlformats.org/drawingml/2006/main" noGrp="1"/>
          </p:cNvSpPr>
          <p:nvPr/>
        </p:nvSpPr>
        <p:spPr>
          <a:xfrm xmlns:a="http://schemas.openxmlformats.org/drawingml/2006/main">
            <a:off x="8058150" y="3571875"/>
            <a:ext cx="1200150" cy="1200150"/>
          </a:xfrm>
          <a:prstGeom xmlns:a="http://schemas.openxmlformats.org/drawingml/2006/main" prst="ellipse">
            <a:avLst/>
          </a:prstGeom>
          <a:solidFill xmlns:a="http://schemas.openxmlformats.org/drawingml/2006/main">
            <a:srgbClr val="FFFFFF"/>
          </a:solidFill>
          <a:ln xmlns:a="http://schemas.openxmlformats.org/drawingml/2006/main" w="47625">
            <a:solidFill>
              <a:srgbClr val="2C67B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0" name="">
            <a:extLst xmlns:a="http://schemas.openxmlformats.org/drawingml/2006/main">
              <a:ext uri="{FF2B5EF4-FFF2-40B4-BE49-F238E27FC236}">
                <a16:creationId xmlns:a16="http://schemas.microsoft.com/office/drawing/2014/main" id="{02FC8134-3EB7-43C4-AC6B-067BFC8EB3F9}"/>
              </a:ext>
            </a:extLst>
          </p:cNvPr>
          <p:cNvSpPr>
            <a:spLocks xmlns:a="http://schemas.openxmlformats.org/drawingml/2006/main" noGrp="1"/>
          </p:cNvSpPr>
          <p:nvPr/>
        </p:nvSpPr>
        <p:spPr>
          <a:xfrm xmlns:a="http://schemas.openxmlformats.org/drawingml/2006/main">
            <a:off x="8191500" y="3752850"/>
            <a:ext cx="933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250" b="1">
                <a:solidFill>
                  <a:srgbClr val="10253F"/>
                </a:solidFill>
                <a:latin typeface="Arial"/>
                <a:ea typeface="Arial"/>
                <a:cs typeface="Arial"/>
              </a:defRPr>
            </a:pPr>
            <a:r>
              <a:rPr sz="2250" b="1">
                <a:solidFill>
                  <a:srgbClr val="10253F"/>
                </a:solidFill>
                <a:latin typeface="Arial"/>
                <a:ea typeface="Arial"/>
                <a:cs typeface="Arial"/>
              </a:rPr>
              <a:t>0–100</a:t>
            </a:r>
          </a:p>
        </p:txBody>
      </p:sp>
      <p:sp>
        <p:nvSpPr>
          <p:cNvPr id="51" name="">
            <a:extLst xmlns:a="http://schemas.openxmlformats.org/drawingml/2006/main">
              <a:ext uri="{FF2B5EF4-FFF2-40B4-BE49-F238E27FC236}">
                <a16:creationId xmlns:a16="http://schemas.microsoft.com/office/drawing/2014/main" id="{15149475-AE28-4223-AB61-D00837B35A9D}"/>
              </a:ext>
            </a:extLst>
          </p:cNvPr>
          <p:cNvSpPr>
            <a:spLocks xmlns:a="http://schemas.openxmlformats.org/drawingml/2006/main" noGrp="1"/>
          </p:cNvSpPr>
          <p:nvPr/>
        </p:nvSpPr>
        <p:spPr>
          <a:xfrm xmlns:a="http://schemas.openxmlformats.org/drawingml/2006/main">
            <a:off x="8239125" y="4181475"/>
            <a:ext cx="838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1">
                <a:solidFill>
                  <a:srgbClr val="2C67B1"/>
                </a:solidFill>
                <a:latin typeface="Arial"/>
                <a:ea typeface="Arial"/>
                <a:cs typeface="Arial"/>
              </a:defRPr>
            </a:pPr>
            <a:r>
              <a:rPr sz="900" b="1">
                <a:solidFill>
                  <a:srgbClr val="2C67B1"/>
                </a:solidFill>
                <a:latin typeface="Arial"/>
                <a:ea typeface="Arial"/>
                <a:cs typeface="Arial"/>
              </a:rPr>
              <a:t>EXPLAINABLE</a:t>
            </a:r>
          </a:p>
        </p:txBody>
      </p:sp>
      <p:sp>
        <p:nvSpPr>
          <p:cNvPr id="52" name="">
            <a:extLst xmlns:a="http://schemas.openxmlformats.org/drawingml/2006/main">
              <a:ext uri="{FF2B5EF4-FFF2-40B4-BE49-F238E27FC236}">
                <a16:creationId xmlns:a16="http://schemas.microsoft.com/office/drawing/2014/main" id="{97701D04-6FE1-48CB-A5F4-79CC83EC00B4}"/>
              </a:ext>
            </a:extLst>
          </p:cNvPr>
          <p:cNvSpPr>
            <a:spLocks xmlns:a="http://schemas.openxmlformats.org/drawingml/2006/main" noGrp="1"/>
          </p:cNvSpPr>
          <p:nvPr/>
        </p:nvSpPr>
        <p:spPr>
          <a:xfrm xmlns:a="http://schemas.openxmlformats.org/drawingml/2006/main">
            <a:off x="7820025" y="49244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F07D3B"/>
                </a:solidFill>
                <a:latin typeface="Arial"/>
                <a:ea typeface="Arial"/>
                <a:cs typeface="Arial"/>
              </a:defRPr>
            </a:pPr>
            <a:r>
              <a:rPr sz="975" b="1">
                <a:solidFill>
                  <a:srgbClr val="F07D3B"/>
                </a:solidFill>
                <a:latin typeface="Arial"/>
                <a:ea typeface="Arial"/>
                <a:cs typeface="Arial"/>
              </a:rPr>
              <a:t>AI 40</a:t>
            </a:r>
          </a:p>
        </p:txBody>
      </p:sp>
      <p:sp>
        <p:nvSpPr>
          <p:cNvPr id="53" name="">
            <a:extLst xmlns:a="http://schemas.openxmlformats.org/drawingml/2006/main">
              <a:ext uri="{FF2B5EF4-FFF2-40B4-BE49-F238E27FC236}">
                <a16:creationId xmlns:a16="http://schemas.microsoft.com/office/drawing/2014/main" id="{F0FEF81C-E2BA-4659-8B2B-07972C232D1A}"/>
              </a:ext>
            </a:extLst>
          </p:cNvPr>
          <p:cNvSpPr>
            <a:spLocks xmlns:a="http://schemas.openxmlformats.org/drawingml/2006/main" noGrp="1"/>
          </p:cNvSpPr>
          <p:nvPr/>
        </p:nvSpPr>
        <p:spPr>
          <a:xfrm xmlns:a="http://schemas.openxmlformats.org/drawingml/2006/main">
            <a:off x="8353425" y="4924425"/>
            <a:ext cx="647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159F9A"/>
                </a:solidFill>
                <a:latin typeface="Arial"/>
                <a:ea typeface="Arial"/>
                <a:cs typeface="Arial"/>
              </a:defRPr>
            </a:pPr>
            <a:r>
              <a:rPr sz="975" b="1">
                <a:solidFill>
                  <a:srgbClr val="159F9A"/>
                </a:solidFill>
                <a:latin typeface="Arial"/>
                <a:ea typeface="Arial"/>
                <a:cs typeface="Arial"/>
              </a:rPr>
              <a:t>TRUST 35</a:t>
            </a:r>
          </a:p>
        </p:txBody>
      </p:sp>
      <p:sp>
        <p:nvSpPr>
          <p:cNvPr id="54" name="">
            <a:extLst xmlns:a="http://schemas.openxmlformats.org/drawingml/2006/main">
              <a:ext uri="{FF2B5EF4-FFF2-40B4-BE49-F238E27FC236}">
                <a16:creationId xmlns:a16="http://schemas.microsoft.com/office/drawing/2014/main" id="{E0066E91-CB02-4F41-B1F8-1AD4837B3111}"/>
              </a:ext>
            </a:extLst>
          </p:cNvPr>
          <p:cNvSpPr>
            <a:spLocks xmlns:a="http://schemas.openxmlformats.org/drawingml/2006/main" noGrp="1"/>
          </p:cNvSpPr>
          <p:nvPr/>
        </p:nvSpPr>
        <p:spPr>
          <a:xfrm xmlns:a="http://schemas.openxmlformats.org/drawingml/2006/main">
            <a:off x="9001125" y="4924425"/>
            <a:ext cx="657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75" b="1">
                <a:solidFill>
                  <a:srgbClr val="E5A528"/>
                </a:solidFill>
                <a:latin typeface="Arial"/>
                <a:ea typeface="Arial"/>
                <a:cs typeface="Arial"/>
              </a:defRPr>
            </a:pPr>
            <a:r>
              <a:rPr sz="975" b="1">
                <a:solidFill>
                  <a:srgbClr val="E5A528"/>
                </a:solidFill>
                <a:latin typeface="Arial"/>
                <a:ea typeface="Arial"/>
                <a:cs typeface="Arial"/>
              </a:rPr>
              <a:t>ACTION 25</a:t>
            </a:r>
          </a:p>
        </p:txBody>
      </p:sp>
      <p:sp>
        <p:nvSpPr>
          <p:cNvPr id="55" name="">
            <a:extLst xmlns:a="http://schemas.openxmlformats.org/drawingml/2006/main">
              <a:ext uri="{FF2B5EF4-FFF2-40B4-BE49-F238E27FC236}">
                <a16:creationId xmlns:a16="http://schemas.microsoft.com/office/drawing/2014/main" id="{5CA645EF-8BBF-4E90-BEAB-395226554190}"/>
              </a:ext>
            </a:extLst>
          </p:cNvPr>
          <p:cNvSpPr>
            <a:spLocks xmlns:a="http://schemas.openxmlformats.org/drawingml/2006/main" noGrp="1"/>
          </p:cNvSpPr>
          <p:nvPr/>
        </p:nvSpPr>
        <p:spPr>
          <a:xfrm xmlns:a="http://schemas.openxmlformats.org/drawingml/2006/main">
            <a:off x="7781925" y="51911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050" b="0">
                <a:solidFill>
                  <a:srgbClr val="41A36B"/>
                </a:solidFill>
                <a:latin typeface="Arial"/>
                <a:ea typeface="Arial"/>
                <a:cs typeface="Arial"/>
              </a:defRPr>
            </a:pPr>
            <a:r>
              <a:rPr sz="1050" b="0">
                <a:solidFill>
                  <a:srgbClr val="41A36B"/>
                </a:solidFill>
                <a:latin typeface="Arial"/>
                <a:ea typeface="Arial"/>
                <a:cs typeface="Arial"/>
              </a:rPr>
              <a:t>Separate evidence coverage</a:t>
            </a:r>
          </a:p>
        </p:txBody>
      </p:sp>
      <p:sp>
        <p:nvSpPr>
          <p:cNvPr id="56" name="">
            <a:extLst xmlns:a="http://schemas.openxmlformats.org/drawingml/2006/main">
              <a:ext uri="{FF2B5EF4-FFF2-40B4-BE49-F238E27FC236}">
                <a16:creationId xmlns:a16="http://schemas.microsoft.com/office/drawing/2014/main" id="{B5BC00AD-1332-4F00-B653-0EB98B6A683B}"/>
              </a:ext>
            </a:extLst>
          </p:cNvPr>
          <p:cNvSpPr>
            <a:spLocks xmlns:a="http://schemas.openxmlformats.org/drawingml/2006/main" noGrp="1"/>
          </p:cNvSpPr>
          <p:nvPr/>
        </p:nvSpPr>
        <p:spPr>
          <a:xfrm xmlns:a="http://schemas.openxmlformats.org/drawingml/2006/main">
            <a:off x="10591800" y="2924175"/>
            <a:ext cx="476250" cy="476250"/>
          </a:xfrm>
          <a:prstGeom xmlns:a="http://schemas.openxmlformats.org/drawingml/2006/main" prst="ellipse">
            <a:avLst/>
          </a:prstGeom>
          <a:solidFill xmlns:a="http://schemas.openxmlformats.org/drawingml/2006/main">
            <a:srgbClr val="FFFFFF"/>
          </a:solidFill>
          <a:ln xmlns:a="http://schemas.openxmlformats.org/drawingml/2006/main" w="38100">
            <a:solidFill>
              <a:srgbClr val="41A36B"/>
            </a:solidFill>
            <a:prstDash val="solid"/>
          </a:ln>
        </p:spPr>
      </p:sp>
      <p:sp>
        <p:nvSpPr>
          <p:cNvPr id="57" name="">
            <a:extLst xmlns:a="http://schemas.openxmlformats.org/drawingml/2006/main">
              <a:ext uri="{FF2B5EF4-FFF2-40B4-BE49-F238E27FC236}">
                <a16:creationId xmlns:a16="http://schemas.microsoft.com/office/drawing/2014/main" id="{9AB2CDEA-D252-4FAA-B32F-6A1A2D0CB0E7}"/>
              </a:ext>
            </a:extLst>
          </p:cNvPr>
          <p:cNvSpPr>
            <a:spLocks xmlns:a="http://schemas.openxmlformats.org/drawingml/2006/main" noGrp="1"/>
          </p:cNvSpPr>
          <p:nvPr/>
        </p:nvSpPr>
        <p:spPr>
          <a:xfrm xmlns:a="http://schemas.openxmlformats.org/drawingml/2006/main">
            <a:off x="10629900" y="1981200"/>
            <a:ext cx="400050" cy="400050"/>
          </a:xfrm>
          <a:prstGeom xmlns:a="http://schemas.openxmlformats.org/drawingml/2006/main" prst="ellipse">
            <a:avLst/>
          </a:prstGeom>
          <a:solidFill xmlns:a="http://schemas.openxmlformats.org/drawingml/2006/main">
            <a:srgbClr val="41A36B"/>
          </a:solidFill>
          <a:ln xmlns:a="http://schemas.openxmlformats.org/drawingml/2006/main" w="0">
            <a:solidFill>
              <a:srgbClr val="41A36B"/>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58" name="">
            <a:extLst xmlns:a="http://schemas.openxmlformats.org/drawingml/2006/main">
              <a:ext uri="{FF2B5EF4-FFF2-40B4-BE49-F238E27FC236}">
                <a16:creationId xmlns:a16="http://schemas.microsoft.com/office/drawing/2014/main" id="{36DBDA38-5B30-4324-B6D6-052C03318EFE}"/>
              </a:ext>
            </a:extLst>
          </p:cNvPr>
          <p:cNvSpPr>
            <a:spLocks xmlns:a="http://schemas.openxmlformats.org/drawingml/2006/main" noGrp="1"/>
          </p:cNvSpPr>
          <p:nvPr/>
        </p:nvSpPr>
        <p:spPr>
          <a:xfrm xmlns:a="http://schemas.openxmlformats.org/drawingml/2006/main">
            <a:off x="10210800" y="2447925"/>
            <a:ext cx="1295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2874"/>
          </a:bodyPr>
          <a:lstStyle xmlns:a="http://schemas.openxmlformats.org/drawingml/2006/main"/>
          <a:p xmlns:a="http://schemas.openxmlformats.org/drawingml/2006/main">
            <a:pPr algn="ctr">
              <a:buNone/>
              <a:defRPr sz="1575" b="1">
                <a:solidFill>
                  <a:srgbClr val="10253F"/>
                </a:solidFill>
                <a:latin typeface="Arial"/>
                <a:ea typeface="Arial"/>
                <a:cs typeface="Arial"/>
              </a:defRPr>
            </a:pPr>
            <a:r>
              <a:rPr sz="1575" b="1">
                <a:solidFill>
                  <a:srgbClr val="10253F"/>
                </a:solidFill>
                <a:latin typeface="Arial"/>
                <a:ea typeface="Arial"/>
                <a:cs typeface="Arial"/>
              </a:rPr>
              <a:t>USER RESULT</a:t>
            </a:r>
          </a:p>
        </p:txBody>
      </p:sp>
      <p:sp>
        <p:nvSpPr>
          <p:cNvPr id="59" name="">
            <a:extLst xmlns:a="http://schemas.openxmlformats.org/drawingml/2006/main">
              <a:ext uri="{FF2B5EF4-FFF2-40B4-BE49-F238E27FC236}">
                <a16:creationId xmlns:a16="http://schemas.microsoft.com/office/drawing/2014/main" id="{AB72865B-38FA-445C-84AF-FC6102CEAD05}"/>
              </a:ext>
            </a:extLst>
          </p:cNvPr>
          <p:cNvSpPr>
            <a:spLocks xmlns:a="http://schemas.openxmlformats.org/drawingml/2006/main" noGrp="1"/>
          </p:cNvSpPr>
          <p:nvPr/>
        </p:nvSpPr>
        <p:spPr>
          <a:xfrm xmlns:a="http://schemas.openxmlformats.org/drawingml/2006/main">
            <a:off x="10325100" y="3667125"/>
            <a:ext cx="85725" cy="85725"/>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60" name="">
            <a:extLst xmlns:a="http://schemas.openxmlformats.org/drawingml/2006/main">
              <a:ext uri="{FF2B5EF4-FFF2-40B4-BE49-F238E27FC236}">
                <a16:creationId xmlns:a16="http://schemas.microsoft.com/office/drawing/2014/main" id="{1C09C0E5-3FD1-4E09-A77A-CDC34F53F9B5}"/>
              </a:ext>
            </a:extLst>
          </p:cNvPr>
          <p:cNvSpPr>
            <a:spLocks xmlns:a="http://schemas.openxmlformats.org/drawingml/2006/main" noGrp="1"/>
          </p:cNvSpPr>
          <p:nvPr/>
        </p:nvSpPr>
        <p:spPr>
          <a:xfrm xmlns:a="http://schemas.openxmlformats.org/drawingml/2006/main">
            <a:off x="10496550" y="3562350"/>
            <a:ext cx="1066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10253F"/>
                </a:solidFill>
                <a:latin typeface="Arial"/>
                <a:ea typeface="Arial"/>
                <a:cs typeface="Arial"/>
              </a:defRPr>
            </a:pPr>
            <a:r>
              <a:rPr sz="1200" b="1">
                <a:solidFill>
                  <a:srgbClr val="10253F"/>
                </a:solidFill>
                <a:latin typeface="Arial"/>
                <a:ea typeface="Arial"/>
                <a:cs typeface="Arial"/>
              </a:rPr>
              <a:t>VERDICT</a:t>
            </a:r>
          </a:p>
        </p:txBody>
      </p:sp>
      <p:sp>
        <p:nvSpPr>
          <p:cNvPr id="61" name="">
            <a:extLst xmlns:a="http://schemas.openxmlformats.org/drawingml/2006/main">
              <a:ext uri="{FF2B5EF4-FFF2-40B4-BE49-F238E27FC236}">
                <a16:creationId xmlns:a16="http://schemas.microsoft.com/office/drawing/2014/main" id="{D19A73AE-A1A9-4834-B7B2-DF6B35A3391E}"/>
              </a:ext>
            </a:extLst>
          </p:cNvPr>
          <p:cNvSpPr>
            <a:spLocks xmlns:a="http://schemas.openxmlformats.org/drawingml/2006/main" noGrp="1"/>
          </p:cNvSpPr>
          <p:nvPr/>
        </p:nvSpPr>
        <p:spPr>
          <a:xfrm xmlns:a="http://schemas.openxmlformats.org/drawingml/2006/main">
            <a:off x="10325100" y="4038600"/>
            <a:ext cx="85725" cy="85725"/>
          </a:xfrm>
          <a:prstGeom xmlns:a="http://schemas.openxmlformats.org/drawingml/2006/main" prst="ellipse">
            <a:avLst/>
          </a:prstGeom>
          <a:solidFill xmlns:a="http://schemas.openxmlformats.org/drawingml/2006/main">
            <a:srgbClr val="159F9A"/>
          </a:solidFill>
          <a:ln xmlns:a="http://schemas.openxmlformats.org/drawingml/2006/main" w="0">
            <a:solidFill>
              <a:srgbClr val="159F9A"/>
            </a:solidFill>
            <a:prstDash val="solid"/>
          </a:ln>
        </p:spPr>
      </p:sp>
      <p:sp>
        <p:nvSpPr>
          <p:cNvPr id="62" name="">
            <a:extLst xmlns:a="http://schemas.openxmlformats.org/drawingml/2006/main">
              <a:ext uri="{FF2B5EF4-FFF2-40B4-BE49-F238E27FC236}">
                <a16:creationId xmlns:a16="http://schemas.microsoft.com/office/drawing/2014/main" id="{2EED5C79-AC11-4F65-8959-E394C0B90D34}"/>
              </a:ext>
            </a:extLst>
          </p:cNvPr>
          <p:cNvSpPr>
            <a:spLocks xmlns:a="http://schemas.openxmlformats.org/drawingml/2006/main" noGrp="1"/>
          </p:cNvSpPr>
          <p:nvPr/>
        </p:nvSpPr>
        <p:spPr>
          <a:xfrm xmlns:a="http://schemas.openxmlformats.org/drawingml/2006/main">
            <a:off x="10496550" y="3933825"/>
            <a:ext cx="1066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10253F"/>
                </a:solidFill>
                <a:latin typeface="Arial"/>
                <a:ea typeface="Arial"/>
                <a:cs typeface="Arial"/>
              </a:defRPr>
            </a:pPr>
            <a:r>
              <a:rPr sz="1200" b="1">
                <a:solidFill>
                  <a:srgbClr val="10253F"/>
                </a:solidFill>
                <a:latin typeface="Arial"/>
                <a:ea typeface="Arial"/>
                <a:cs typeface="Arial"/>
              </a:rPr>
              <a:t>EVIDENCE</a:t>
            </a:r>
          </a:p>
        </p:txBody>
      </p:sp>
      <p:sp>
        <p:nvSpPr>
          <p:cNvPr id="63" name="">
            <a:extLst xmlns:a="http://schemas.openxmlformats.org/drawingml/2006/main">
              <a:ext uri="{FF2B5EF4-FFF2-40B4-BE49-F238E27FC236}">
                <a16:creationId xmlns:a16="http://schemas.microsoft.com/office/drawing/2014/main" id="{D03A9FF8-149B-45A8-84DA-BED77822BBB8}"/>
              </a:ext>
            </a:extLst>
          </p:cNvPr>
          <p:cNvSpPr>
            <a:spLocks xmlns:a="http://schemas.openxmlformats.org/drawingml/2006/main" noGrp="1"/>
          </p:cNvSpPr>
          <p:nvPr/>
        </p:nvSpPr>
        <p:spPr>
          <a:xfrm xmlns:a="http://schemas.openxmlformats.org/drawingml/2006/main">
            <a:off x="10325100" y="4410075"/>
            <a:ext cx="85725" cy="85725"/>
          </a:xfrm>
          <a:prstGeom xmlns:a="http://schemas.openxmlformats.org/drawingml/2006/main" prst="ellipse">
            <a:avLst/>
          </a:prstGeom>
          <a:solidFill xmlns:a="http://schemas.openxmlformats.org/drawingml/2006/main">
            <a:srgbClr val="2C67B1"/>
          </a:solidFill>
          <a:ln xmlns:a="http://schemas.openxmlformats.org/drawingml/2006/main" w="0">
            <a:solidFill>
              <a:srgbClr val="2C67B1"/>
            </a:solidFill>
            <a:prstDash val="solid"/>
          </a:ln>
        </p:spPr>
      </p:sp>
      <p:sp>
        <p:nvSpPr>
          <p:cNvPr id="64" name="">
            <a:extLst xmlns:a="http://schemas.openxmlformats.org/drawingml/2006/main">
              <a:ext uri="{FF2B5EF4-FFF2-40B4-BE49-F238E27FC236}">
                <a16:creationId xmlns:a16="http://schemas.microsoft.com/office/drawing/2014/main" id="{06B40D41-414F-4BEF-A457-9EAB66FBE2E3}"/>
              </a:ext>
            </a:extLst>
          </p:cNvPr>
          <p:cNvSpPr>
            <a:spLocks xmlns:a="http://schemas.openxmlformats.org/drawingml/2006/main" noGrp="1"/>
          </p:cNvSpPr>
          <p:nvPr/>
        </p:nvSpPr>
        <p:spPr>
          <a:xfrm xmlns:a="http://schemas.openxmlformats.org/drawingml/2006/main">
            <a:off x="10496550" y="4305300"/>
            <a:ext cx="1066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10253F"/>
                </a:solidFill>
                <a:latin typeface="Arial"/>
                <a:ea typeface="Arial"/>
                <a:cs typeface="Arial"/>
              </a:defRPr>
            </a:pPr>
            <a:r>
              <a:rPr sz="1200" b="1">
                <a:solidFill>
                  <a:srgbClr val="10253F"/>
                </a:solidFill>
                <a:latin typeface="Arial"/>
                <a:ea typeface="Arial"/>
                <a:cs typeface="Arial"/>
              </a:rPr>
              <a:t>2-PAGE PDF</a:t>
            </a:r>
          </a:p>
        </p:txBody>
      </p:sp>
      <p:sp>
        <p:nvSpPr>
          <p:cNvPr id="65" name="">
            <a:extLst xmlns:a="http://schemas.openxmlformats.org/drawingml/2006/main">
              <a:ext uri="{FF2B5EF4-FFF2-40B4-BE49-F238E27FC236}">
                <a16:creationId xmlns:a16="http://schemas.microsoft.com/office/drawing/2014/main" id="{3E96BBA1-C52C-463B-A30F-356B57FFE45F}"/>
              </a:ext>
            </a:extLst>
          </p:cNvPr>
          <p:cNvSpPr>
            <a:spLocks xmlns:a="http://schemas.openxmlformats.org/drawingml/2006/main" noGrp="1"/>
          </p:cNvSpPr>
          <p:nvPr/>
        </p:nvSpPr>
        <p:spPr>
          <a:xfrm xmlns:a="http://schemas.openxmlformats.org/drawingml/2006/main">
            <a:off x="10325100" y="4781550"/>
            <a:ext cx="85725" cy="85725"/>
          </a:xfrm>
          <a:prstGeom xmlns:a="http://schemas.openxmlformats.org/drawingml/2006/main" prst="ellipse">
            <a:avLst/>
          </a:prstGeom>
          <a:solidFill xmlns:a="http://schemas.openxmlformats.org/drawingml/2006/main">
            <a:srgbClr val="E5A528"/>
          </a:solidFill>
          <a:ln xmlns:a="http://schemas.openxmlformats.org/drawingml/2006/main" w="0">
            <a:solidFill>
              <a:srgbClr val="E5A528"/>
            </a:solidFill>
            <a:prstDash val="solid"/>
          </a:ln>
        </p:spPr>
      </p:sp>
      <p:sp>
        <p:nvSpPr>
          <p:cNvPr id="66" name="">
            <a:extLst xmlns:a="http://schemas.openxmlformats.org/drawingml/2006/main">
              <a:ext uri="{FF2B5EF4-FFF2-40B4-BE49-F238E27FC236}">
                <a16:creationId xmlns:a16="http://schemas.microsoft.com/office/drawing/2014/main" id="{3ED62AC4-0048-4D59-ABA5-DC4DB56D559F}"/>
              </a:ext>
            </a:extLst>
          </p:cNvPr>
          <p:cNvSpPr>
            <a:spLocks xmlns:a="http://schemas.openxmlformats.org/drawingml/2006/main" noGrp="1"/>
          </p:cNvSpPr>
          <p:nvPr/>
        </p:nvSpPr>
        <p:spPr>
          <a:xfrm xmlns:a="http://schemas.openxmlformats.org/drawingml/2006/main">
            <a:off x="10496550" y="4676775"/>
            <a:ext cx="1066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10253F"/>
                </a:solidFill>
                <a:latin typeface="Arial"/>
                <a:ea typeface="Arial"/>
                <a:cs typeface="Arial"/>
              </a:defRPr>
            </a:pPr>
            <a:r>
              <a:rPr sz="1200" b="1">
                <a:solidFill>
                  <a:srgbClr val="10253F"/>
                </a:solidFill>
                <a:latin typeface="Arial"/>
                <a:ea typeface="Arial"/>
                <a:cs typeface="Arial"/>
              </a:rPr>
              <a:t>CASE LINKS</a:t>
            </a:r>
          </a:p>
        </p:txBody>
      </p:sp>
      <p:cxnSp>
        <p:nvCxnSpPr>
          <p:cNvPr id="221" name=""/>
          <p:cNvCxnSpPr>
            <a:stCxn xmlns:a="http://schemas.openxmlformats.org/drawingml/2006/main" id="10" idx="6"/>
            <a:endCxn xmlns:a="http://schemas.openxmlformats.org/drawingml/2006/main" id="16" idx="2"/>
          </p:cNvCxnSpPr>
          <p:nvPr/>
        </p:nvCxnSpPr>
        <p:spPr>
          <a:xfrm xmlns:a="http://schemas.openxmlformats.org/drawingml/2006/main">
            <a:off x="1219200" y="3162300"/>
            <a:ext cx="1400175" cy="0"/>
          </a:xfrm>
          <a:prstGeom xmlns:a="http://schemas.openxmlformats.org/drawingml/2006/main" prst="straightConnector1">
            <a:avLst/>
          </a:prstGeom>
          <a:ln xmlns:a="http://schemas.openxmlformats.org/drawingml/2006/main" w="28575">
            <a:solidFill>
              <a:srgbClr val="F07D3B"/>
            </a:solidFill>
            <a:prstDash val="solid"/>
            <a:tailEnd type="triangle" w="med" len="med"/>
          </a:ln>
        </p:spPr>
      </p:cxnSp>
      <p:cxnSp>
        <p:nvCxnSpPr>
          <p:cNvPr id="222" name=""/>
          <p:cNvCxnSpPr>
            <a:stCxn xmlns:a="http://schemas.openxmlformats.org/drawingml/2006/main" id="16" idx="6"/>
            <a:endCxn xmlns:a="http://schemas.openxmlformats.org/drawingml/2006/main" id="27" idx="1"/>
          </p:cNvCxnSpPr>
          <p:nvPr/>
        </p:nvCxnSpPr>
        <p:spPr>
          <a:xfrm xmlns:a="http://schemas.openxmlformats.org/drawingml/2006/main">
            <a:off x="3095625" y="3162300"/>
            <a:ext cx="809625" cy="47625"/>
          </a:xfrm>
          <a:prstGeom xmlns:a="http://schemas.openxmlformats.org/drawingml/2006/main" prst="straightConnector1">
            <a:avLst/>
          </a:prstGeom>
          <a:ln xmlns:a="http://schemas.openxmlformats.org/drawingml/2006/main" w="28575">
            <a:solidFill>
              <a:srgbClr val="159F9A"/>
            </a:solidFill>
            <a:prstDash val="solid"/>
            <a:tailEnd type="triangle" w="med" len="med"/>
          </a:ln>
        </p:spPr>
      </p:cxnSp>
      <p:cxnSp>
        <p:nvCxnSpPr>
          <p:cNvPr id="223" name=""/>
          <p:cNvCxnSpPr>
            <a:stCxn xmlns:a="http://schemas.openxmlformats.org/drawingml/2006/main" id="27" idx="3"/>
            <a:endCxn xmlns:a="http://schemas.openxmlformats.org/drawingml/2006/main" id="46" idx="2"/>
          </p:cNvCxnSpPr>
          <p:nvPr/>
        </p:nvCxnSpPr>
        <p:spPr>
          <a:xfrm xmlns:a="http://schemas.openxmlformats.org/drawingml/2006/main" flipV="1">
            <a:off x="7696200" y="3162300"/>
            <a:ext cx="723900" cy="47625"/>
          </a:xfrm>
          <a:prstGeom xmlns:a="http://schemas.openxmlformats.org/drawingml/2006/main" prst="straightConnector1">
            <a:avLst/>
          </a:prstGeom>
          <a:ln xmlns:a="http://schemas.openxmlformats.org/drawingml/2006/main" w="28575">
            <a:solidFill>
              <a:srgbClr val="F07D3B"/>
            </a:solidFill>
            <a:prstDash val="solid"/>
            <a:tailEnd type="triangle" w="med" len="med"/>
          </a:ln>
        </p:spPr>
      </p:cxnSp>
      <p:cxnSp>
        <p:nvCxnSpPr>
          <p:cNvPr id="224" name=""/>
          <p:cNvCxnSpPr>
            <a:stCxn xmlns:a="http://schemas.openxmlformats.org/drawingml/2006/main" id="46" idx="6"/>
            <a:endCxn xmlns:a="http://schemas.openxmlformats.org/drawingml/2006/main" id="56" idx="2"/>
          </p:cNvCxnSpPr>
          <p:nvPr/>
        </p:nvCxnSpPr>
        <p:spPr>
          <a:xfrm xmlns:a="http://schemas.openxmlformats.org/drawingml/2006/main">
            <a:off x="8896350" y="3162300"/>
            <a:ext cx="1695450" cy="0"/>
          </a:xfrm>
          <a:prstGeom xmlns:a="http://schemas.openxmlformats.org/drawingml/2006/main" prst="straightConnector1">
            <a:avLst/>
          </a:prstGeom>
          <a:ln xmlns:a="http://schemas.openxmlformats.org/drawingml/2006/main" w="28575">
            <a:solidFill>
              <a:srgbClr val="41A36B"/>
            </a:solidFill>
            <a:prstDash val="solid"/>
            <a:tailEnd type="triangle" w="med" len="med"/>
          </a:ln>
        </p:spPr>
      </p:cxnSp>
      <p:sp>
        <p:nvSpPr>
          <p:cNvPr id="71" name="">
            <a:extLst xmlns:a="http://schemas.openxmlformats.org/drawingml/2006/main">
              <a:ext uri="{FF2B5EF4-FFF2-40B4-BE49-F238E27FC236}">
                <a16:creationId xmlns:a16="http://schemas.microsoft.com/office/drawing/2014/main" id="{F057D41D-57AF-4197-8D8D-BC20A77335D5}"/>
              </a:ext>
            </a:extLst>
          </p:cNvPr>
          <p:cNvSpPr>
            <a:spLocks xmlns:a="http://schemas.openxmlformats.org/drawingml/2006/main" noGrp="1"/>
          </p:cNvSpPr>
          <p:nvPr/>
        </p:nvSpPr>
        <p:spPr>
          <a:xfrm xmlns:a="http://schemas.openxmlformats.org/drawingml/2006/main">
            <a:off x="552450" y="5905500"/>
            <a:ext cx="110871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2" name="">
            <a:extLst xmlns:a="http://schemas.openxmlformats.org/drawingml/2006/main">
              <a:ext uri="{FF2B5EF4-FFF2-40B4-BE49-F238E27FC236}">
                <a16:creationId xmlns:a16="http://schemas.microsoft.com/office/drawing/2014/main" id="{C823783F-4358-41C4-83BF-D43D5945C871}"/>
              </a:ext>
            </a:extLst>
          </p:cNvPr>
          <p:cNvSpPr>
            <a:spLocks xmlns:a="http://schemas.openxmlformats.org/drawingml/2006/main" noGrp="1"/>
          </p:cNvSpPr>
          <p:nvPr/>
        </p:nvSpPr>
        <p:spPr>
          <a:xfrm xmlns:a="http://schemas.openxmlformats.org/drawingml/2006/main">
            <a:off x="752475" y="5981700"/>
            <a:ext cx="1352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050" b="1">
                <a:solidFill>
                  <a:srgbClr val="F07D3B"/>
                </a:solidFill>
                <a:latin typeface="Arial"/>
                <a:ea typeface="Arial"/>
                <a:cs typeface="Arial"/>
              </a:defRPr>
            </a:pPr>
            <a:r>
              <a:rPr sz="1050" b="1">
                <a:solidFill>
                  <a:srgbClr val="F07D3B"/>
                </a:solidFill>
                <a:latin typeface="Arial"/>
                <a:ea typeface="Arial"/>
                <a:cs typeface="Arial"/>
              </a:rPr>
              <a:t>IMPLEMENTATION</a:t>
            </a:r>
          </a:p>
        </p:txBody>
      </p:sp>
      <p:sp>
        <p:nvSpPr>
          <p:cNvPr id="73" name="">
            <a:extLst xmlns:a="http://schemas.openxmlformats.org/drawingml/2006/main">
              <a:ext uri="{FF2B5EF4-FFF2-40B4-BE49-F238E27FC236}">
                <a16:creationId xmlns:a16="http://schemas.microsoft.com/office/drawing/2014/main" id="{A5ED2229-FCCD-4B53-92B1-830A011A737D}"/>
              </a:ext>
            </a:extLst>
          </p:cNvPr>
          <p:cNvSpPr>
            <a:spLocks xmlns:a="http://schemas.openxmlformats.org/drawingml/2006/main" noGrp="1"/>
          </p:cNvSpPr>
          <p:nvPr/>
        </p:nvSpPr>
        <p:spPr>
          <a:xfrm xmlns:a="http://schemas.openxmlformats.org/drawingml/2006/main">
            <a:off x="2200275" y="598170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React + TypeScript</a:t>
            </a:r>
          </a:p>
        </p:txBody>
      </p:sp>
      <p:sp>
        <p:nvSpPr>
          <p:cNvPr id="74" name="">
            <a:extLst xmlns:a="http://schemas.openxmlformats.org/drawingml/2006/main">
              <a:ext uri="{FF2B5EF4-FFF2-40B4-BE49-F238E27FC236}">
                <a16:creationId xmlns:a16="http://schemas.microsoft.com/office/drawing/2014/main" id="{EDB75787-9F47-4EB5-A567-2EEB0B78FB80}"/>
              </a:ext>
            </a:extLst>
          </p:cNvPr>
          <p:cNvSpPr>
            <a:spLocks xmlns:a="http://schemas.openxmlformats.org/drawingml/2006/main" noGrp="1"/>
          </p:cNvSpPr>
          <p:nvPr/>
        </p:nvSpPr>
        <p:spPr>
          <a:xfrm xmlns:a="http://schemas.openxmlformats.org/drawingml/2006/main">
            <a:off x="3857625" y="6096000"/>
            <a:ext cx="76200" cy="76200"/>
          </a:xfrm>
          <a:prstGeom xmlns:a="http://schemas.openxmlformats.org/drawingml/2006/main" prst="ellipse">
            <a:avLst/>
          </a:prstGeom>
          <a:solidFill xmlns:a="http://schemas.openxmlformats.org/drawingml/2006/main">
            <a:srgbClr val="D9DED9"/>
          </a:solidFill>
          <a:ln xmlns:a="http://schemas.openxmlformats.org/drawingml/2006/main" w="0">
            <a:solidFill>
              <a:srgbClr val="D9DED9"/>
            </a:solidFill>
            <a:prstDash val="solid"/>
          </a:ln>
        </p:spPr>
      </p:sp>
      <p:sp>
        <p:nvSpPr>
          <p:cNvPr id="75" name="">
            <a:extLst xmlns:a="http://schemas.openxmlformats.org/drawingml/2006/main">
              <a:ext uri="{FF2B5EF4-FFF2-40B4-BE49-F238E27FC236}">
                <a16:creationId xmlns:a16="http://schemas.microsoft.com/office/drawing/2014/main" id="{FC834C7C-18EC-4988-83D6-A9F4861A5B6F}"/>
              </a:ext>
            </a:extLst>
          </p:cNvPr>
          <p:cNvSpPr>
            <a:spLocks xmlns:a="http://schemas.openxmlformats.org/drawingml/2006/main" noGrp="1"/>
          </p:cNvSpPr>
          <p:nvPr/>
        </p:nvSpPr>
        <p:spPr>
          <a:xfrm xmlns:a="http://schemas.openxmlformats.org/drawingml/2006/main">
            <a:off x="4048125" y="5981700"/>
            <a:ext cx="97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FastAPI</a:t>
            </a:r>
          </a:p>
        </p:txBody>
      </p:sp>
      <p:sp>
        <p:nvSpPr>
          <p:cNvPr id="76" name="">
            <a:extLst xmlns:a="http://schemas.openxmlformats.org/drawingml/2006/main">
              <a:ext uri="{FF2B5EF4-FFF2-40B4-BE49-F238E27FC236}">
                <a16:creationId xmlns:a16="http://schemas.microsoft.com/office/drawing/2014/main" id="{89E7DFD8-0919-4304-92E6-6C1E29C21F1F}"/>
              </a:ext>
            </a:extLst>
          </p:cNvPr>
          <p:cNvSpPr>
            <a:spLocks xmlns:a="http://schemas.openxmlformats.org/drawingml/2006/main" noGrp="1"/>
          </p:cNvSpPr>
          <p:nvPr/>
        </p:nvSpPr>
        <p:spPr>
          <a:xfrm xmlns:a="http://schemas.openxmlformats.org/drawingml/2006/main">
            <a:off x="5124450" y="6096000"/>
            <a:ext cx="76200" cy="76200"/>
          </a:xfrm>
          <a:prstGeom xmlns:a="http://schemas.openxmlformats.org/drawingml/2006/main" prst="ellipse">
            <a:avLst/>
          </a:prstGeom>
          <a:solidFill xmlns:a="http://schemas.openxmlformats.org/drawingml/2006/main">
            <a:srgbClr val="D9DED9"/>
          </a:solidFill>
          <a:ln xmlns:a="http://schemas.openxmlformats.org/drawingml/2006/main" w="0">
            <a:solidFill>
              <a:srgbClr val="D9DED9"/>
            </a:solidFill>
            <a:prstDash val="solid"/>
          </a:ln>
        </p:spPr>
      </p:sp>
      <p:sp>
        <p:nvSpPr>
          <p:cNvPr id="77" name="">
            <a:extLst xmlns:a="http://schemas.openxmlformats.org/drawingml/2006/main">
              <a:ext uri="{FF2B5EF4-FFF2-40B4-BE49-F238E27FC236}">
                <a16:creationId xmlns:a16="http://schemas.microsoft.com/office/drawing/2014/main" id="{BBDBB4FC-3AE2-473F-B355-022E7AE33FA0}"/>
              </a:ext>
            </a:extLst>
          </p:cNvPr>
          <p:cNvSpPr>
            <a:spLocks xmlns:a="http://schemas.openxmlformats.org/drawingml/2006/main" noGrp="1"/>
          </p:cNvSpPr>
          <p:nvPr/>
        </p:nvSpPr>
        <p:spPr>
          <a:xfrm xmlns:a="http://schemas.openxmlformats.org/drawingml/2006/main">
            <a:off x="5314950" y="5981700"/>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scikit-learn</a:t>
            </a:r>
          </a:p>
        </p:txBody>
      </p:sp>
      <p:sp>
        <p:nvSpPr>
          <p:cNvPr id="78" name="">
            <a:extLst xmlns:a="http://schemas.openxmlformats.org/drawingml/2006/main">
              <a:ext uri="{FF2B5EF4-FFF2-40B4-BE49-F238E27FC236}">
                <a16:creationId xmlns:a16="http://schemas.microsoft.com/office/drawing/2014/main" id="{85E8B798-25DC-4D69-9756-4548D115DF1A}"/>
              </a:ext>
            </a:extLst>
          </p:cNvPr>
          <p:cNvSpPr>
            <a:spLocks xmlns:a="http://schemas.openxmlformats.org/drawingml/2006/main" noGrp="1"/>
          </p:cNvSpPr>
          <p:nvPr/>
        </p:nvSpPr>
        <p:spPr>
          <a:xfrm xmlns:a="http://schemas.openxmlformats.org/drawingml/2006/main">
            <a:off x="6743700" y="6096000"/>
            <a:ext cx="76200" cy="76200"/>
          </a:xfrm>
          <a:prstGeom xmlns:a="http://schemas.openxmlformats.org/drawingml/2006/main" prst="ellipse">
            <a:avLst/>
          </a:prstGeom>
          <a:solidFill xmlns:a="http://schemas.openxmlformats.org/drawingml/2006/main">
            <a:srgbClr val="D9DED9"/>
          </a:solidFill>
          <a:ln xmlns:a="http://schemas.openxmlformats.org/drawingml/2006/main" w="0">
            <a:solidFill>
              <a:srgbClr val="D9DED9"/>
            </a:solidFill>
            <a:prstDash val="solid"/>
          </a:ln>
        </p:spPr>
      </p:sp>
      <p:sp>
        <p:nvSpPr>
          <p:cNvPr id="79" name="">
            <a:extLst xmlns:a="http://schemas.openxmlformats.org/drawingml/2006/main">
              <a:ext uri="{FF2B5EF4-FFF2-40B4-BE49-F238E27FC236}">
                <a16:creationId xmlns:a16="http://schemas.microsoft.com/office/drawing/2014/main" id="{246F8B42-BEA1-4D62-B9BB-688071D7766E}"/>
              </a:ext>
            </a:extLst>
          </p:cNvPr>
          <p:cNvSpPr>
            <a:spLocks xmlns:a="http://schemas.openxmlformats.org/drawingml/2006/main" noGrp="1"/>
          </p:cNvSpPr>
          <p:nvPr/>
        </p:nvSpPr>
        <p:spPr>
          <a:xfrm xmlns:a="http://schemas.openxmlformats.org/drawingml/2006/main">
            <a:off x="6943725" y="5981700"/>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SQLite / PostgreSQL</a:t>
            </a:r>
          </a:p>
        </p:txBody>
      </p:sp>
      <p:sp>
        <p:nvSpPr>
          <p:cNvPr id="80" name="">
            <a:extLst xmlns:a="http://schemas.openxmlformats.org/drawingml/2006/main">
              <a:ext uri="{FF2B5EF4-FFF2-40B4-BE49-F238E27FC236}">
                <a16:creationId xmlns:a16="http://schemas.microsoft.com/office/drawing/2014/main" id="{F5C37CF6-7E4E-4483-A9B4-B7DA887B9FF7}"/>
              </a:ext>
            </a:extLst>
          </p:cNvPr>
          <p:cNvSpPr>
            <a:spLocks xmlns:a="http://schemas.openxmlformats.org/drawingml/2006/main" noGrp="1"/>
          </p:cNvSpPr>
          <p:nvPr/>
        </p:nvSpPr>
        <p:spPr>
          <a:xfrm xmlns:a="http://schemas.openxmlformats.org/drawingml/2006/main">
            <a:off x="8782050" y="6096000"/>
            <a:ext cx="76200" cy="76200"/>
          </a:xfrm>
          <a:prstGeom xmlns:a="http://schemas.openxmlformats.org/drawingml/2006/main" prst="ellipse">
            <a:avLst/>
          </a:prstGeom>
          <a:solidFill xmlns:a="http://schemas.openxmlformats.org/drawingml/2006/main">
            <a:srgbClr val="D9DED9"/>
          </a:solidFill>
          <a:ln xmlns:a="http://schemas.openxmlformats.org/drawingml/2006/main" w="0">
            <a:solidFill>
              <a:srgbClr val="D9DED9"/>
            </a:solidFill>
            <a:prstDash val="solid"/>
          </a:ln>
        </p:spPr>
      </p:sp>
      <p:sp>
        <p:nvSpPr>
          <p:cNvPr id="81" name="">
            <a:extLst xmlns:a="http://schemas.openxmlformats.org/drawingml/2006/main">
              <a:ext uri="{FF2B5EF4-FFF2-40B4-BE49-F238E27FC236}">
                <a16:creationId xmlns:a16="http://schemas.microsoft.com/office/drawing/2014/main" id="{5C0086CB-1A12-43FF-A325-B3FA0885310C}"/>
              </a:ext>
            </a:extLst>
          </p:cNvPr>
          <p:cNvSpPr>
            <a:spLocks xmlns:a="http://schemas.openxmlformats.org/drawingml/2006/main" noGrp="1"/>
          </p:cNvSpPr>
          <p:nvPr/>
        </p:nvSpPr>
        <p:spPr>
          <a:xfrm xmlns:a="http://schemas.openxmlformats.org/drawingml/2006/main">
            <a:off x="8991600" y="59817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125" b="1">
                <a:solidFill>
                  <a:srgbClr val="10253F"/>
                </a:solidFill>
                <a:latin typeface="Arial"/>
                <a:ea typeface="Arial"/>
                <a:cs typeface="Arial"/>
              </a:defRPr>
            </a:pPr>
            <a:r>
              <a:rPr sz="1125" b="1">
                <a:solidFill>
                  <a:srgbClr val="10253F"/>
                </a:solidFill>
                <a:latin typeface="Arial"/>
                <a:ea typeface="Arial"/>
                <a:cs typeface="Arial"/>
              </a:rPr>
              <a:t>GeoLite2 + Threat Intel</a:t>
            </a:r>
          </a:p>
        </p:txBody>
      </p:sp>
      <p:sp>
        <p:nvSpPr>
          <p:cNvPr id="82" name="">
            <a:extLst xmlns:a="http://schemas.openxmlformats.org/drawingml/2006/main">
              <a:ext uri="{FF2B5EF4-FFF2-40B4-BE49-F238E27FC236}">
                <a16:creationId xmlns:a16="http://schemas.microsoft.com/office/drawing/2014/main" id="{40451188-8C33-4F18-B813-E3C96D8498F7}"/>
              </a:ext>
            </a:extLst>
          </p:cNvPr>
          <p:cNvSpPr>
            <a:spLocks xmlns:a="http://schemas.openxmlformats.org/drawingml/2006/main" noGrp="1"/>
          </p:cNvSpPr>
          <p:nvPr/>
        </p:nvSpPr>
        <p:spPr>
          <a:xfrm xmlns:a="http://schemas.openxmlformats.org/drawingml/2006/main">
            <a:off x="571500" y="6534150"/>
            <a:ext cx="2266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00" b="0">
                <a:solidFill>
                  <a:srgbClr val="536273"/>
                </a:solidFill>
                <a:latin typeface="Arial"/>
                <a:ea typeface="Arial"/>
                <a:cs typeface="Arial"/>
              </a:defRPr>
            </a:pPr>
            <a:r>
              <a:rPr sz="900" b="0">
                <a:solidFill>
                  <a:srgbClr val="536273"/>
                </a:solidFill>
                <a:latin typeface="Arial"/>
                <a:ea typeface="Arial"/>
                <a:cs typeface="Arial"/>
              </a:rPr>
              <a:t>Attachments never execute</a:t>
            </a:r>
          </a:p>
        </p:txBody>
      </p:sp>
      <p:sp>
        <p:nvSpPr>
          <p:cNvPr id="83" name="">
            <a:extLst xmlns:a="http://schemas.openxmlformats.org/drawingml/2006/main">
              <a:ext uri="{FF2B5EF4-FFF2-40B4-BE49-F238E27FC236}">
                <a16:creationId xmlns:a16="http://schemas.microsoft.com/office/drawing/2014/main" id="{A2306E11-03E1-4736-AC6C-27B9ADBC89BB}"/>
              </a:ext>
            </a:extLst>
          </p:cNvPr>
          <p:cNvSpPr>
            <a:spLocks xmlns:a="http://schemas.openxmlformats.org/drawingml/2006/main" noGrp="1"/>
          </p:cNvSpPr>
          <p:nvPr/>
        </p:nvSpPr>
        <p:spPr>
          <a:xfrm xmlns:a="http://schemas.openxmlformats.org/drawingml/2006/main">
            <a:off x="4962525" y="65341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900" b="0">
                <a:solidFill>
                  <a:srgbClr val="536273"/>
                </a:solidFill>
                <a:latin typeface="Arial"/>
                <a:ea typeface="Arial"/>
                <a:cs typeface="Arial"/>
              </a:defRPr>
            </a:pPr>
            <a:r>
              <a:rPr sz="900" b="0">
                <a:solidFill>
                  <a:srgbClr val="536273"/>
                </a:solidFill>
                <a:latin typeface="Arial"/>
                <a:ea typeface="Arial"/>
                <a:cs typeface="Arial"/>
              </a:rPr>
              <a:t>Unknown evidence stays unknown</a:t>
            </a:r>
          </a:p>
        </p:txBody>
      </p:sp>
      <p:sp>
        <p:nvSpPr>
          <p:cNvPr id="84" name="">
            <a:extLst xmlns:a="http://schemas.openxmlformats.org/drawingml/2006/main">
              <a:ext uri="{FF2B5EF4-FFF2-40B4-BE49-F238E27FC236}">
                <a16:creationId xmlns:a16="http://schemas.microsoft.com/office/drawing/2014/main" id="{69F63BA4-0530-4DD9-B927-72C7F257B5D8}"/>
              </a:ext>
            </a:extLst>
          </p:cNvPr>
          <p:cNvSpPr>
            <a:spLocks xmlns:a="http://schemas.openxmlformats.org/drawingml/2006/main" noGrp="1"/>
          </p:cNvSpPr>
          <p:nvPr/>
        </p:nvSpPr>
        <p:spPr>
          <a:xfrm xmlns:a="http://schemas.openxmlformats.org/drawingml/2006/main">
            <a:off x="8763000" y="65341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900" b="0">
                <a:solidFill>
                  <a:srgbClr val="536273"/>
                </a:solidFill>
                <a:latin typeface="Arial"/>
                <a:ea typeface="Arial"/>
                <a:cs typeface="Arial"/>
              </a:defRPr>
            </a:pPr>
            <a:r>
              <a:rPr sz="900" b="0">
                <a:solidFill>
                  <a:srgbClr val="536273"/>
                </a:solidFill>
                <a:latin typeface="Arial"/>
                <a:ea typeface="Arial"/>
                <a:cs typeface="Arial"/>
              </a:rPr>
              <a:t>Geolocation describes observed infrastructure</a:t>
            </a:r>
          </a:p>
        </p:txBody>
      </p:sp>
    </p:spTree>
    <p:extLst>
      <p:ext uri="{BB962C8B-B14F-4D97-AF65-F5344CB8AC3E}">
        <p14:creationId xmlns:p14="http://schemas.microsoft.com/office/powerpoint/2010/main" val="1479870624"/>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0" name="">
            <a:extLst xmlns:a="http://schemas.openxmlformats.org/drawingml/2006/main">
              <a:ext uri="{FF2B5EF4-FFF2-40B4-BE49-F238E27FC236}">
                <a16:creationId xmlns:a16="http://schemas.microsoft.com/office/drawing/2014/main" id="{D29C3DF6-AB41-4376-A5F9-9B45915959B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07D3B"/>
          </a:solidFill>
          <a:ln xmlns:a="http://schemas.openxmlformats.org/drawingml/2006/main" w="0">
            <a:solidFill>
              <a:srgbClr val="F07D3B"/>
            </a:solidFill>
            <a:prstDash val="solid"/>
          </a:ln>
        </p:spPr>
      </p:sp>
      <p:sp>
        <p:nvSpPr>
          <p:cNvPr id="2" name="">
            <a:extLst xmlns:a="http://schemas.openxmlformats.org/drawingml/2006/main">
              <a:ext uri="{FF2B5EF4-FFF2-40B4-BE49-F238E27FC236}">
                <a16:creationId xmlns:a16="http://schemas.microsoft.com/office/drawing/2014/main" id="{74A20BD6-F356-43DB-B310-A7072071E804}"/>
              </a:ext>
            </a:extLst>
          </p:cNvPr>
          <p:cNvSpPr>
            <a:spLocks xmlns:a="http://schemas.openxmlformats.org/drawingml/2006/main" noGrp="1"/>
          </p:cNvSpPr>
          <p:nvPr/>
        </p:nvSpPr>
        <p:spPr>
          <a:xfrm xmlns:a="http://schemas.openxmlformats.org/drawingml/2006/main">
            <a:off x="10287000" y="0"/>
            <a:ext cx="1905000" cy="1905000"/>
          </a:xfrm>
          <a:prstGeom xmlns:a="http://schemas.openxmlformats.org/drawingml/2006/main" prst="ellipse">
            <a:avLst/>
          </a:prstGeom>
          <a:solidFill xmlns:a="http://schemas.openxmlformats.org/drawingml/2006/main">
            <a:srgbClr val="DDF3F0"/>
          </a:solidFill>
          <a:ln xmlns:a="http://schemas.openxmlformats.org/drawingml/2006/main" w="0">
            <a:solidFill>
              <a:srgbClr val="DDF3F0"/>
            </a:solidFill>
            <a:prstDash val="solid"/>
          </a:ln>
        </p:spPr>
      </p:sp>
      <p:sp>
        <p:nvSpPr>
          <p:cNvPr id="3" name="">
            <a:extLst xmlns:a="http://schemas.openxmlformats.org/drawingml/2006/main">
              <a:ext uri="{FF2B5EF4-FFF2-40B4-BE49-F238E27FC236}">
                <a16:creationId xmlns:a16="http://schemas.microsoft.com/office/drawing/2014/main" id="{BCC6A779-98CE-4BFC-AFB4-3129FB2AB5AA}"/>
              </a:ext>
            </a:extLst>
          </p:cNvPr>
          <p:cNvSpPr>
            <a:spLocks xmlns:a="http://schemas.openxmlformats.org/drawingml/2006/main" noGrp="1"/>
          </p:cNvSpPr>
          <p:nvPr/>
        </p:nvSpPr>
        <p:spPr>
          <a:xfrm xmlns:a="http://schemas.openxmlformats.org/drawingml/2006/main">
            <a:off x="0" y="4953000"/>
            <a:ext cx="1905000" cy="1905000"/>
          </a:xfrm>
          <a:prstGeom xmlns:a="http://schemas.openxmlformats.org/drawingml/2006/main" prst="ellipse">
            <a:avLst/>
          </a:prstGeom>
          <a:solidFill xmlns:a="http://schemas.openxmlformats.org/drawingml/2006/main">
            <a:srgbClr val="FCE8D9"/>
          </a:solidFill>
          <a:ln xmlns:a="http://schemas.openxmlformats.org/drawingml/2006/main" w="0">
            <a:solidFill>
              <a:srgbClr val="FCE8D9"/>
            </a:solidFill>
            <a:prstDash val="solid"/>
          </a:ln>
        </p:spPr>
      </p:sp>
      <p:sp>
        <p:nvSpPr>
          <p:cNvPr id="4" name="">
            <a:extLst xmlns:a="http://schemas.openxmlformats.org/drawingml/2006/main">
              <a:ext uri="{FF2B5EF4-FFF2-40B4-BE49-F238E27FC236}">
                <a16:creationId xmlns:a16="http://schemas.microsoft.com/office/drawing/2014/main" id="{F1B8E0DF-A9F9-4E8F-8B37-91EA34FF1C41}"/>
              </a:ext>
            </a:extLst>
          </p:cNvPr>
          <p:cNvSpPr>
            <a:spLocks xmlns:a="http://schemas.openxmlformats.org/drawingml/2006/main" noGrp="1"/>
          </p:cNvSpPr>
          <p:nvPr/>
        </p:nvSpPr>
        <p:spPr>
          <a:xfrm xmlns:a="http://schemas.openxmlformats.org/drawingml/2006/main">
            <a:off x="552450" y="40957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450" b="1">
                <a:solidFill>
                  <a:srgbClr val="10253F"/>
                </a:solidFill>
                <a:latin typeface="Arial"/>
                <a:ea typeface="Arial"/>
                <a:cs typeface="Arial"/>
              </a:defRPr>
            </a:pPr>
            <a:r>
              <a:rPr sz="3450" b="1">
                <a:solidFill>
                  <a:srgbClr val="10253F"/>
                </a:solidFill>
                <a:latin typeface="Arial"/>
                <a:ea typeface="Arial"/>
                <a:cs typeface="Arial"/>
              </a:rPr>
              <a:t>SYSTEM ARCHITECTURE</a:t>
            </a:r>
          </a:p>
        </p:txBody>
      </p:sp>
      <p:sp>
        <p:nvSpPr>
          <p:cNvPr id="5" name="">
            <a:extLst xmlns:a="http://schemas.openxmlformats.org/drawingml/2006/main">
              <a:ext uri="{FF2B5EF4-FFF2-40B4-BE49-F238E27FC236}">
                <a16:creationId xmlns:a16="http://schemas.microsoft.com/office/drawing/2014/main" id="{8C1F1C4C-01D5-4C05-AE15-4BE099B4711D}"/>
              </a:ext>
            </a:extLst>
          </p:cNvPr>
          <p:cNvSpPr>
            <a:spLocks xmlns:a="http://schemas.openxmlformats.org/drawingml/2006/main" noGrp="1"/>
          </p:cNvSpPr>
          <p:nvPr/>
        </p:nvSpPr>
        <p:spPr>
          <a:xfrm xmlns:a="http://schemas.openxmlformats.org/drawingml/2006/main">
            <a:off x="571500" y="9715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0">
                <a:solidFill>
                  <a:srgbClr val="536273"/>
                </a:solidFill>
                <a:latin typeface="Arial"/>
                <a:ea typeface="Arial"/>
                <a:cs typeface="Arial"/>
              </a:defRPr>
            </a:pPr>
            <a:r>
              <a:rPr sz="1575" b="0">
                <a:solidFill>
                  <a:srgbClr val="536273"/>
                </a:solidFill>
                <a:latin typeface="Arial"/>
                <a:ea typeface="Arial"/>
                <a:cs typeface="Arial"/>
              </a:rPr>
              <a:t>A secure, modular pipeline connects the public interface to forensic evidence</a:t>
            </a:r>
          </a:p>
        </p:txBody>
      </p:sp>
      <p:sp>
        <p:nvSpPr>
          <p:cNvPr id="6" name="">
            <a:extLst xmlns:a="http://schemas.openxmlformats.org/drawingml/2006/main">
              <a:ext uri="{FF2B5EF4-FFF2-40B4-BE49-F238E27FC236}">
                <a16:creationId xmlns:a16="http://schemas.microsoft.com/office/drawing/2014/main" id="{5B6EEBCE-C855-40B3-A29D-7F3084FDD001}"/>
              </a:ext>
            </a:extLst>
          </p:cNvPr>
          <p:cNvSpPr>
            <a:spLocks xmlns:a="http://schemas.openxmlformats.org/drawingml/2006/main" noGrp="1"/>
          </p:cNvSpPr>
          <p:nvPr/>
        </p:nvSpPr>
        <p:spPr>
          <a:xfrm xmlns:a="http://schemas.openxmlformats.org/drawingml/2006/main">
            <a:off x="9810750" y="514350"/>
            <a:ext cx="179070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63E50B0-369B-4F27-ADC0-914A42FF6647}"/>
              </a:ext>
            </a:extLst>
          </p:cNvPr>
          <p:cNvSpPr>
            <a:spLocks xmlns:a="http://schemas.openxmlformats.org/drawingml/2006/main" noGrp="1"/>
          </p:cNvSpPr>
          <p:nvPr/>
        </p:nvSpPr>
        <p:spPr>
          <a:xfrm xmlns:a="http://schemas.openxmlformats.org/drawingml/2006/main">
            <a:off x="9982200" y="657225"/>
            <a:ext cx="104775" cy="104775"/>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8" name="">
            <a:extLst xmlns:a="http://schemas.openxmlformats.org/drawingml/2006/main">
              <a:ext uri="{FF2B5EF4-FFF2-40B4-BE49-F238E27FC236}">
                <a16:creationId xmlns:a16="http://schemas.microsoft.com/office/drawing/2014/main" id="{3E9F19BA-6DBA-417C-8B0D-B69A63B55EDF}"/>
              </a:ext>
            </a:extLst>
          </p:cNvPr>
          <p:cNvSpPr>
            <a:spLocks xmlns:a="http://schemas.openxmlformats.org/drawingml/2006/main" noGrp="1"/>
          </p:cNvSpPr>
          <p:nvPr/>
        </p:nvSpPr>
        <p:spPr>
          <a:xfrm xmlns:a="http://schemas.openxmlformats.org/drawingml/2006/main">
            <a:off x="10191750" y="5524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5238"/>
          </a:bodyPr>
          <a:lstStyle xmlns:a="http://schemas.openxmlformats.org/drawingml/2006/main"/>
          <a:p xmlns:a="http://schemas.openxmlformats.org/drawingml/2006/main">
            <a:pPr algn="ctr">
              <a:defRPr sz="1050" b="1">
                <a:solidFill>
                  <a:srgbClr val="10253F"/>
                </a:solidFill>
                <a:latin typeface="Arial"/>
                <a:ea typeface="Arial"/>
                <a:cs typeface="Arial"/>
              </a:defRPr>
            </a:pPr>
            <a:r>
              <a:rPr sz="1050" b="1">
                <a:solidFill>
                  <a:srgbClr val="10253F"/>
                </a:solidFill>
                <a:latin typeface="Arial"/>
                <a:ea typeface="Arial"/>
                <a:cs typeface="Arial"/>
              </a:rPr>
              <a:t>RAKSHAK PLATFORM</a:t>
            </a:r>
          </a:p>
        </p:txBody>
      </p:sp>
      <p:sp>
        <p:nvSpPr>
          <p:cNvPr id="9" name="">
            <a:extLst xmlns:a="http://schemas.openxmlformats.org/drawingml/2006/main">
              <a:ext uri="{FF2B5EF4-FFF2-40B4-BE49-F238E27FC236}">
                <a16:creationId xmlns:a16="http://schemas.microsoft.com/office/drawing/2014/main" id="{222A0E02-167C-457A-A7FA-4AB37C56B355}"/>
              </a:ext>
            </a:extLst>
          </p:cNvPr>
          <p:cNvSpPr>
            <a:spLocks xmlns:a="http://schemas.openxmlformats.org/drawingml/2006/main" noGrp="1"/>
          </p:cNvSpPr>
          <p:nvPr/>
        </p:nvSpPr>
        <p:spPr>
          <a:xfrm xmlns:a="http://schemas.openxmlformats.org/drawingml/2006/main">
            <a:off x="571500" y="1762125"/>
            <a:ext cx="95250" cy="95250"/>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10" name="">
            <a:extLst xmlns:a="http://schemas.openxmlformats.org/drawingml/2006/main">
              <a:ext uri="{FF2B5EF4-FFF2-40B4-BE49-F238E27FC236}">
                <a16:creationId xmlns:a16="http://schemas.microsoft.com/office/drawing/2014/main" id="{9523FBEB-6539-43BF-AFFA-EF1FC3852A6E}"/>
              </a:ext>
            </a:extLst>
          </p:cNvPr>
          <p:cNvSpPr>
            <a:spLocks xmlns:a="http://schemas.openxmlformats.org/drawingml/2006/main" noGrp="1"/>
          </p:cNvSpPr>
          <p:nvPr/>
        </p:nvSpPr>
        <p:spPr>
          <a:xfrm xmlns:a="http://schemas.openxmlformats.org/drawingml/2006/main">
            <a:off x="762000" y="16764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07D3B"/>
                </a:solidFill>
                <a:latin typeface="Arial"/>
                <a:ea typeface="Arial"/>
                <a:cs typeface="Arial"/>
              </a:defRPr>
            </a:pPr>
            <a:r>
              <a:rPr sz="1050" b="1">
                <a:solidFill>
                  <a:srgbClr val="F07D3B"/>
                </a:solidFill>
                <a:latin typeface="Arial"/>
                <a:ea typeface="Arial"/>
                <a:cs typeface="Arial"/>
              </a:rPr>
              <a:t>EXPERIENCE</a:t>
            </a:r>
          </a:p>
        </p:txBody>
      </p:sp>
      <p:sp>
        <p:nvSpPr>
          <p:cNvPr id="11" name="">
            <a:extLst xmlns:a="http://schemas.openxmlformats.org/drawingml/2006/main">
              <a:ext uri="{FF2B5EF4-FFF2-40B4-BE49-F238E27FC236}">
                <a16:creationId xmlns:a16="http://schemas.microsoft.com/office/drawing/2014/main" id="{FCB6EA1A-1FA5-42FE-AD58-B3D737EFE7B5}"/>
              </a:ext>
            </a:extLst>
          </p:cNvPr>
          <p:cNvSpPr>
            <a:spLocks xmlns:a="http://schemas.openxmlformats.org/drawingml/2006/main" noGrp="1"/>
          </p:cNvSpPr>
          <p:nvPr/>
        </p:nvSpPr>
        <p:spPr>
          <a:xfrm xmlns:a="http://schemas.openxmlformats.org/drawingml/2006/main">
            <a:off x="571500" y="2676525"/>
            <a:ext cx="95250" cy="95250"/>
          </a:xfrm>
          <a:prstGeom xmlns:a="http://schemas.openxmlformats.org/drawingml/2006/main" prst="ellipse">
            <a:avLst/>
          </a:prstGeom>
          <a:solidFill xmlns:a="http://schemas.openxmlformats.org/drawingml/2006/main">
            <a:srgbClr val="2C67B1"/>
          </a:solidFill>
          <a:ln xmlns:a="http://schemas.openxmlformats.org/drawingml/2006/main" w="0">
            <a:solidFill>
              <a:srgbClr val="2C67B1"/>
            </a:solidFill>
            <a:prstDash val="solid"/>
          </a:ln>
        </p:spPr>
      </p:sp>
      <p:sp>
        <p:nvSpPr>
          <p:cNvPr id="12" name="">
            <a:extLst xmlns:a="http://schemas.openxmlformats.org/drawingml/2006/main">
              <a:ext uri="{FF2B5EF4-FFF2-40B4-BE49-F238E27FC236}">
                <a16:creationId xmlns:a16="http://schemas.microsoft.com/office/drawing/2014/main" id="{5570802C-C181-441F-9890-BB4D9906CD70}"/>
              </a:ext>
            </a:extLst>
          </p:cNvPr>
          <p:cNvSpPr>
            <a:spLocks xmlns:a="http://schemas.openxmlformats.org/drawingml/2006/main" noGrp="1"/>
          </p:cNvSpPr>
          <p:nvPr/>
        </p:nvSpPr>
        <p:spPr>
          <a:xfrm xmlns:a="http://schemas.openxmlformats.org/drawingml/2006/main">
            <a:off x="762000" y="25908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2C67B1"/>
                </a:solidFill>
                <a:latin typeface="Arial"/>
                <a:ea typeface="Arial"/>
                <a:cs typeface="Arial"/>
              </a:defRPr>
            </a:pPr>
            <a:r>
              <a:rPr sz="1050" b="1">
                <a:solidFill>
                  <a:srgbClr val="2C67B1"/>
                </a:solidFill>
                <a:latin typeface="Arial"/>
                <a:ea typeface="Arial"/>
                <a:cs typeface="Arial"/>
              </a:rPr>
              <a:t>SECURITY</a:t>
            </a:r>
          </a:p>
        </p:txBody>
      </p:sp>
      <p:sp>
        <p:nvSpPr>
          <p:cNvPr id="13" name="">
            <a:extLst xmlns:a="http://schemas.openxmlformats.org/drawingml/2006/main">
              <a:ext uri="{FF2B5EF4-FFF2-40B4-BE49-F238E27FC236}">
                <a16:creationId xmlns:a16="http://schemas.microsoft.com/office/drawing/2014/main" id="{F4D16755-05BA-4659-9CD7-5FF78C9065CF}"/>
              </a:ext>
            </a:extLst>
          </p:cNvPr>
          <p:cNvSpPr>
            <a:spLocks xmlns:a="http://schemas.openxmlformats.org/drawingml/2006/main" noGrp="1"/>
          </p:cNvSpPr>
          <p:nvPr/>
        </p:nvSpPr>
        <p:spPr>
          <a:xfrm xmlns:a="http://schemas.openxmlformats.org/drawingml/2006/main">
            <a:off x="571500" y="3590925"/>
            <a:ext cx="95250" cy="95250"/>
          </a:xfrm>
          <a:prstGeom xmlns:a="http://schemas.openxmlformats.org/drawingml/2006/main" prst="ellipse">
            <a:avLst/>
          </a:prstGeom>
          <a:solidFill xmlns:a="http://schemas.openxmlformats.org/drawingml/2006/main">
            <a:srgbClr val="159F9A"/>
          </a:solidFill>
          <a:ln xmlns:a="http://schemas.openxmlformats.org/drawingml/2006/main" w="0">
            <a:solidFill>
              <a:srgbClr val="159F9A"/>
            </a:solidFill>
            <a:prstDash val="solid"/>
          </a:ln>
        </p:spPr>
      </p:sp>
      <p:sp>
        <p:nvSpPr>
          <p:cNvPr id="14" name="">
            <a:extLst xmlns:a="http://schemas.openxmlformats.org/drawingml/2006/main">
              <a:ext uri="{FF2B5EF4-FFF2-40B4-BE49-F238E27FC236}">
                <a16:creationId xmlns:a16="http://schemas.microsoft.com/office/drawing/2014/main" id="{C42EAE6E-7CD3-425A-A552-21C0A19D35DD}"/>
              </a:ext>
            </a:extLst>
          </p:cNvPr>
          <p:cNvSpPr>
            <a:spLocks xmlns:a="http://schemas.openxmlformats.org/drawingml/2006/main" noGrp="1"/>
          </p:cNvSpPr>
          <p:nvPr/>
        </p:nvSpPr>
        <p:spPr>
          <a:xfrm xmlns:a="http://schemas.openxmlformats.org/drawingml/2006/main">
            <a:off x="762000" y="35052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59F9A"/>
                </a:solidFill>
                <a:latin typeface="Arial"/>
                <a:ea typeface="Arial"/>
                <a:cs typeface="Arial"/>
              </a:defRPr>
            </a:pPr>
            <a:r>
              <a:rPr sz="1050" b="1">
                <a:solidFill>
                  <a:srgbClr val="159F9A"/>
                </a:solidFill>
                <a:latin typeface="Arial"/>
                <a:ea typeface="Arial"/>
                <a:cs typeface="Arial"/>
              </a:rPr>
              <a:t>ANALYSIS</a:t>
            </a:r>
          </a:p>
        </p:txBody>
      </p:sp>
      <p:sp>
        <p:nvSpPr>
          <p:cNvPr id="15" name="">
            <a:extLst xmlns:a="http://schemas.openxmlformats.org/drawingml/2006/main">
              <a:ext uri="{FF2B5EF4-FFF2-40B4-BE49-F238E27FC236}">
                <a16:creationId xmlns:a16="http://schemas.microsoft.com/office/drawing/2014/main" id="{1B0ACF09-4F2C-41B0-933B-9C82709A6B07}"/>
              </a:ext>
            </a:extLst>
          </p:cNvPr>
          <p:cNvSpPr>
            <a:spLocks xmlns:a="http://schemas.openxmlformats.org/drawingml/2006/main" noGrp="1"/>
          </p:cNvSpPr>
          <p:nvPr/>
        </p:nvSpPr>
        <p:spPr>
          <a:xfrm xmlns:a="http://schemas.openxmlformats.org/drawingml/2006/main">
            <a:off x="571500" y="5286375"/>
            <a:ext cx="95250" cy="95250"/>
          </a:xfrm>
          <a:prstGeom xmlns:a="http://schemas.openxmlformats.org/drawingml/2006/main" prst="ellipse">
            <a:avLst/>
          </a:prstGeom>
          <a:solidFill xmlns:a="http://schemas.openxmlformats.org/drawingml/2006/main">
            <a:srgbClr val="E5A528"/>
          </a:solidFill>
          <a:ln xmlns:a="http://schemas.openxmlformats.org/drawingml/2006/main" w="0">
            <a:solidFill>
              <a:srgbClr val="E5A528"/>
            </a:solidFill>
            <a:prstDash val="solid"/>
          </a:ln>
        </p:spPr>
      </p:sp>
      <p:sp>
        <p:nvSpPr>
          <p:cNvPr id="16" name="">
            <a:extLst xmlns:a="http://schemas.openxmlformats.org/drawingml/2006/main">
              <a:ext uri="{FF2B5EF4-FFF2-40B4-BE49-F238E27FC236}">
                <a16:creationId xmlns:a16="http://schemas.microsoft.com/office/drawing/2014/main" id="{3FBFF78C-5ADB-4A68-B914-5BFEED938741}"/>
              </a:ext>
            </a:extLst>
          </p:cNvPr>
          <p:cNvSpPr>
            <a:spLocks xmlns:a="http://schemas.openxmlformats.org/drawingml/2006/main" noGrp="1"/>
          </p:cNvSpPr>
          <p:nvPr/>
        </p:nvSpPr>
        <p:spPr>
          <a:xfrm xmlns:a="http://schemas.openxmlformats.org/drawingml/2006/main">
            <a:off x="762000" y="520065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E5A528"/>
                </a:solidFill>
                <a:latin typeface="Arial"/>
                <a:ea typeface="Arial"/>
                <a:cs typeface="Arial"/>
              </a:defRPr>
            </a:pPr>
            <a:r>
              <a:rPr sz="1050" b="1">
                <a:solidFill>
                  <a:srgbClr val="E5A528"/>
                </a:solidFill>
                <a:latin typeface="Arial"/>
                <a:ea typeface="Arial"/>
                <a:cs typeface="Arial"/>
              </a:rPr>
              <a:t>DATA + INTEL</a:t>
            </a:r>
          </a:p>
        </p:txBody>
      </p:sp>
      <p:sp>
        <p:nvSpPr>
          <p:cNvPr id="17" name="">
            <a:extLst xmlns:a="http://schemas.openxmlformats.org/drawingml/2006/main">
              <a:ext uri="{FF2B5EF4-FFF2-40B4-BE49-F238E27FC236}">
                <a16:creationId xmlns:a16="http://schemas.microsoft.com/office/drawing/2014/main" id="{CFAC261E-1A5E-4311-A317-37A0AD4AC627}"/>
              </a:ext>
            </a:extLst>
          </p:cNvPr>
          <p:cNvSpPr>
            <a:spLocks xmlns:a="http://schemas.openxmlformats.org/drawingml/2006/main" noGrp="1"/>
          </p:cNvSpPr>
          <p:nvPr/>
        </p:nvSpPr>
        <p:spPr>
          <a:xfrm xmlns:a="http://schemas.openxmlformats.org/drawingml/2006/main">
            <a:off x="1952625" y="1504950"/>
            <a:ext cx="75247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1A2BD903-21FE-4B74-8C16-56217BBBB369}"/>
              </a:ext>
            </a:extLst>
          </p:cNvPr>
          <p:cNvSpPr>
            <a:spLocks xmlns:a="http://schemas.openxmlformats.org/drawingml/2006/main" noGrp="1"/>
          </p:cNvSpPr>
          <p:nvPr/>
        </p:nvSpPr>
        <p:spPr>
          <a:xfrm xmlns:a="http://schemas.openxmlformats.org/drawingml/2006/main">
            <a:off x="2133600" y="1676400"/>
            <a:ext cx="1524000" cy="400050"/>
          </a:xfrm>
          <a:prstGeom xmlns:a="http://schemas.openxmlformats.org/drawingml/2006/main" prst="roundRect">
            <a:avLst>
              <a:gd name="adj" fmla="val 50000"/>
            </a:avLst>
          </a:prstGeom>
          <a:solidFill xmlns:a="http://schemas.openxmlformats.org/drawingml/2006/main">
            <a:srgbClr val="FCE8D9"/>
          </a:solidFill>
          <a:ln xmlns:a="http://schemas.openxmlformats.org/drawingml/2006/main" w="9525">
            <a:solidFill>
              <a:srgbClr val="F07D3B"/>
            </a:solidFill>
            <a:prstDash val="solid"/>
          </a:ln>
        </p:spPr>
      </p:sp>
      <p:sp>
        <p:nvSpPr>
          <p:cNvPr id="19" name="">
            <a:extLst xmlns:a="http://schemas.openxmlformats.org/drawingml/2006/main">
              <a:ext uri="{FF2B5EF4-FFF2-40B4-BE49-F238E27FC236}">
                <a16:creationId xmlns:a16="http://schemas.microsoft.com/office/drawing/2014/main" id="{AE8CBF71-F3B8-4C1E-8B6F-9F17D219A53E}"/>
              </a:ext>
            </a:extLst>
          </p:cNvPr>
          <p:cNvSpPr>
            <a:spLocks xmlns:a="http://schemas.openxmlformats.org/drawingml/2006/main" noGrp="1"/>
          </p:cNvSpPr>
          <p:nvPr/>
        </p:nvSpPr>
        <p:spPr>
          <a:xfrm xmlns:a="http://schemas.openxmlformats.org/drawingml/2006/main">
            <a:off x="2133600" y="167640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07D3B"/>
                </a:solidFill>
                <a:latin typeface="Arial"/>
                <a:ea typeface="Arial"/>
                <a:cs typeface="Arial"/>
              </a:defRPr>
            </a:pPr>
            <a:r>
              <a:rPr sz="1350" b="1">
                <a:solidFill>
                  <a:srgbClr val="F07D3B"/>
                </a:solidFill>
                <a:latin typeface="Arial"/>
                <a:ea typeface="Arial"/>
                <a:cs typeface="Arial"/>
              </a:rPr>
              <a:t>PUBLIC USER</a:t>
            </a:r>
          </a:p>
        </p:txBody>
      </p:sp>
      <p:sp>
        <p:nvSpPr>
          <p:cNvPr id="20" name="">
            <a:extLst xmlns:a="http://schemas.openxmlformats.org/drawingml/2006/main">
              <a:ext uri="{FF2B5EF4-FFF2-40B4-BE49-F238E27FC236}">
                <a16:creationId xmlns:a16="http://schemas.microsoft.com/office/drawing/2014/main" id="{C813DE0A-477F-4E04-BF1D-66AAD56ECEF8}"/>
              </a:ext>
            </a:extLst>
          </p:cNvPr>
          <p:cNvSpPr>
            <a:spLocks xmlns:a="http://schemas.openxmlformats.org/drawingml/2006/main" noGrp="1"/>
          </p:cNvSpPr>
          <p:nvPr/>
        </p:nvSpPr>
        <p:spPr>
          <a:xfrm xmlns:a="http://schemas.openxmlformats.org/drawingml/2006/main">
            <a:off x="4019550" y="1619250"/>
            <a:ext cx="2647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3864"/>
          </a:bodyPr>
          <a:lstStyle xmlns:a="http://schemas.openxmlformats.org/drawingml/2006/main"/>
          <a:p xmlns:a="http://schemas.openxmlformats.org/drawingml/2006/main">
            <a:pPr algn="l">
              <a:defRPr sz="1575" b="1">
                <a:solidFill>
                  <a:srgbClr val="10253F"/>
                </a:solidFill>
                <a:latin typeface="Arial"/>
                <a:ea typeface="Arial"/>
                <a:cs typeface="Arial"/>
              </a:defRPr>
            </a:pPr>
            <a:r>
              <a:rPr sz="1575" b="1">
                <a:solidFill>
                  <a:srgbClr val="10253F"/>
                </a:solidFill>
                <a:latin typeface="Arial"/>
                <a:ea typeface="Arial"/>
                <a:cs typeface="Arial"/>
              </a:rPr>
              <a:t>REACT + TYPESCRIPT WEB APP</a:t>
            </a:r>
          </a:p>
        </p:txBody>
      </p:sp>
      <p:sp>
        <p:nvSpPr>
          <p:cNvPr id="21" name="">
            <a:extLst xmlns:a="http://schemas.openxmlformats.org/drawingml/2006/main">
              <a:ext uri="{FF2B5EF4-FFF2-40B4-BE49-F238E27FC236}">
                <a16:creationId xmlns:a16="http://schemas.microsoft.com/office/drawing/2014/main" id="{92E97FB4-1DCD-40EC-B619-1187ED4B823A}"/>
              </a:ext>
            </a:extLst>
          </p:cNvPr>
          <p:cNvSpPr>
            <a:spLocks xmlns:a="http://schemas.openxmlformats.org/drawingml/2006/main" noGrp="1"/>
          </p:cNvSpPr>
          <p:nvPr/>
        </p:nvSpPr>
        <p:spPr>
          <a:xfrm xmlns:a="http://schemas.openxmlformats.org/drawingml/2006/main">
            <a:off x="4019550" y="1914525"/>
            <a:ext cx="142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0">
                <a:solidFill>
                  <a:srgbClr val="536273"/>
                </a:solidFill>
                <a:latin typeface="Arial"/>
                <a:ea typeface="Arial"/>
                <a:cs typeface="Arial"/>
              </a:defRPr>
            </a:pPr>
            <a:r>
              <a:rPr sz="1125" b="0">
                <a:solidFill>
                  <a:srgbClr val="536273"/>
                </a:solidFill>
                <a:latin typeface="Arial"/>
                <a:ea typeface="Arial"/>
                <a:cs typeface="Arial"/>
              </a:rPr>
              <a:t>Safe .eml upload</a:t>
            </a:r>
          </a:p>
        </p:txBody>
      </p:sp>
      <p:sp>
        <p:nvSpPr>
          <p:cNvPr id="22" name="">
            <a:extLst xmlns:a="http://schemas.openxmlformats.org/drawingml/2006/main">
              <a:ext uri="{FF2B5EF4-FFF2-40B4-BE49-F238E27FC236}">
                <a16:creationId xmlns:a16="http://schemas.microsoft.com/office/drawing/2014/main" id="{32006E1E-0367-4FE0-93D1-27F42E255D69}"/>
              </a:ext>
            </a:extLst>
          </p:cNvPr>
          <p:cNvSpPr>
            <a:spLocks xmlns:a="http://schemas.openxmlformats.org/drawingml/2006/main" noGrp="1"/>
          </p:cNvSpPr>
          <p:nvPr/>
        </p:nvSpPr>
        <p:spPr>
          <a:xfrm xmlns:a="http://schemas.openxmlformats.org/drawingml/2006/main">
            <a:off x="6867525" y="1724025"/>
            <a:ext cx="1162050" cy="26670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159F9A"/>
            </a:solidFill>
            <a:prstDash val="solid"/>
          </a:ln>
        </p:spPr>
      </p:sp>
      <p:sp>
        <p:nvSpPr>
          <p:cNvPr id="23" name="">
            <a:extLst xmlns:a="http://schemas.openxmlformats.org/drawingml/2006/main">
              <a:ext uri="{FF2B5EF4-FFF2-40B4-BE49-F238E27FC236}">
                <a16:creationId xmlns:a16="http://schemas.microsoft.com/office/drawing/2014/main" id="{CEE2271C-1FC5-40B3-9AFD-9416751D7177}"/>
              </a:ext>
            </a:extLst>
          </p:cNvPr>
          <p:cNvSpPr>
            <a:spLocks xmlns:a="http://schemas.openxmlformats.org/drawingml/2006/main" noGrp="1"/>
          </p:cNvSpPr>
          <p:nvPr/>
        </p:nvSpPr>
        <p:spPr>
          <a:xfrm xmlns:a="http://schemas.openxmlformats.org/drawingml/2006/main">
            <a:off x="6867525" y="1724025"/>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159F9A"/>
                </a:solidFill>
                <a:latin typeface="Arial"/>
                <a:ea typeface="Arial"/>
                <a:cs typeface="Arial"/>
              </a:defRPr>
            </a:pPr>
            <a:r>
              <a:rPr sz="900" b="1">
                <a:solidFill>
                  <a:srgbClr val="159F9A"/>
                </a:solidFill>
                <a:latin typeface="Arial"/>
                <a:ea typeface="Arial"/>
                <a:cs typeface="Arial"/>
              </a:rPr>
              <a:t>VIEW EVIDENCE</a:t>
            </a:r>
          </a:p>
        </p:txBody>
      </p:sp>
      <p:sp>
        <p:nvSpPr>
          <p:cNvPr id="24" name="">
            <a:extLst xmlns:a="http://schemas.openxmlformats.org/drawingml/2006/main">
              <a:ext uri="{FF2B5EF4-FFF2-40B4-BE49-F238E27FC236}">
                <a16:creationId xmlns:a16="http://schemas.microsoft.com/office/drawing/2014/main" id="{128BDFB6-6C81-4062-8F47-C8020A46578E}"/>
              </a:ext>
            </a:extLst>
          </p:cNvPr>
          <p:cNvSpPr>
            <a:spLocks xmlns:a="http://schemas.openxmlformats.org/drawingml/2006/main" noGrp="1"/>
          </p:cNvSpPr>
          <p:nvPr/>
        </p:nvSpPr>
        <p:spPr>
          <a:xfrm xmlns:a="http://schemas.openxmlformats.org/drawingml/2006/main">
            <a:off x="8143875" y="1724025"/>
            <a:ext cx="1133475" cy="266700"/>
          </a:xfrm>
          <a:prstGeom xmlns:a="http://schemas.openxmlformats.org/drawingml/2006/main" prst="roundRect">
            <a:avLst>
              <a:gd name="adj" fmla="val 50000"/>
            </a:avLst>
          </a:prstGeom>
          <a:solidFill xmlns:a="http://schemas.openxmlformats.org/drawingml/2006/main">
            <a:srgbClr val="E3ECF8"/>
          </a:solidFill>
          <a:ln xmlns:a="http://schemas.openxmlformats.org/drawingml/2006/main" w="9525">
            <a:solidFill>
              <a:srgbClr val="2C67B1"/>
            </a:solidFill>
            <a:prstDash val="solid"/>
          </a:ln>
        </p:spPr>
      </p:sp>
      <p:sp>
        <p:nvSpPr>
          <p:cNvPr id="25" name="">
            <a:extLst xmlns:a="http://schemas.openxmlformats.org/drawingml/2006/main">
              <a:ext uri="{FF2B5EF4-FFF2-40B4-BE49-F238E27FC236}">
                <a16:creationId xmlns:a16="http://schemas.microsoft.com/office/drawing/2014/main" id="{8492CE4F-82BD-409B-87AA-9E55D7C43B10}"/>
              </a:ext>
            </a:extLst>
          </p:cNvPr>
          <p:cNvSpPr>
            <a:spLocks xmlns:a="http://schemas.openxmlformats.org/drawingml/2006/main" noGrp="1"/>
          </p:cNvSpPr>
          <p:nvPr/>
        </p:nvSpPr>
        <p:spPr>
          <a:xfrm xmlns:a="http://schemas.openxmlformats.org/drawingml/2006/main">
            <a:off x="8143875" y="1724025"/>
            <a:ext cx="1133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2C67B1"/>
                </a:solidFill>
                <a:latin typeface="Arial"/>
                <a:ea typeface="Arial"/>
                <a:cs typeface="Arial"/>
              </a:defRPr>
            </a:pPr>
            <a:r>
              <a:rPr sz="900" b="1">
                <a:solidFill>
                  <a:srgbClr val="2C67B1"/>
                </a:solidFill>
                <a:latin typeface="Arial"/>
                <a:ea typeface="Arial"/>
                <a:cs typeface="Arial"/>
              </a:rPr>
              <a:t>DOWNLOAD PDF</a:t>
            </a:r>
          </a:p>
        </p:txBody>
      </p:sp>
      <p:sp>
        <p:nvSpPr>
          <p:cNvPr id="26" name="">
            <a:extLst xmlns:a="http://schemas.openxmlformats.org/drawingml/2006/main">
              <a:ext uri="{FF2B5EF4-FFF2-40B4-BE49-F238E27FC236}">
                <a16:creationId xmlns:a16="http://schemas.microsoft.com/office/drawing/2014/main" id="{2247110A-C72E-4EE8-993C-DAE5181D480F}"/>
              </a:ext>
            </a:extLst>
          </p:cNvPr>
          <p:cNvSpPr>
            <a:spLocks xmlns:a="http://schemas.openxmlformats.org/drawingml/2006/main" noGrp="1"/>
          </p:cNvSpPr>
          <p:nvPr/>
        </p:nvSpPr>
        <p:spPr>
          <a:xfrm xmlns:a="http://schemas.openxmlformats.org/drawingml/2006/main">
            <a:off x="1952625" y="2419350"/>
            <a:ext cx="7524750" cy="742950"/>
          </a:xfrm>
          <a:prstGeom xmlns:a="http://schemas.openxmlformats.org/drawingml/2006/main" prst="roundRect">
            <a:avLst>
              <a:gd name="adj" fmla="val 15385"/>
            </a:avLst>
          </a:prstGeom>
          <a:solidFill xmlns:a="http://schemas.openxmlformats.org/drawingml/2006/main">
            <a:srgbClr val="E3ECF8"/>
          </a:solidFill>
          <a:ln xmlns:a="http://schemas.openxmlformats.org/drawingml/2006/main" w="9525">
            <a:solidFill>
              <a:srgbClr val="2C67B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EF4DC70A-74C3-4C76-80B1-D5C4EE854A25}"/>
              </a:ext>
            </a:extLst>
          </p:cNvPr>
          <p:cNvSpPr>
            <a:spLocks xmlns:a="http://schemas.openxmlformats.org/drawingml/2006/main" noGrp="1"/>
          </p:cNvSpPr>
          <p:nvPr/>
        </p:nvSpPr>
        <p:spPr>
          <a:xfrm xmlns:a="http://schemas.openxmlformats.org/drawingml/2006/main">
            <a:off x="2133600" y="2590800"/>
            <a:ext cx="1809750" cy="400050"/>
          </a:xfrm>
          <a:prstGeom xmlns:a="http://schemas.openxmlformats.org/drawingml/2006/main" prst="roundRect">
            <a:avLst>
              <a:gd name="adj" fmla="val 50000"/>
            </a:avLst>
          </a:prstGeom>
          <a:solidFill xmlns:a="http://schemas.openxmlformats.org/drawingml/2006/main">
            <a:srgbClr val="2C67B1"/>
          </a:solidFill>
          <a:ln xmlns:a="http://schemas.openxmlformats.org/drawingml/2006/main" w="0">
            <a:solidFill>
              <a:srgbClr val="2C67B1"/>
            </a:solidFill>
            <a:prstDash val="solid"/>
          </a:ln>
        </p:spPr>
      </p:sp>
      <p:sp>
        <p:nvSpPr>
          <p:cNvPr id="28" name="">
            <a:extLst xmlns:a="http://schemas.openxmlformats.org/drawingml/2006/main">
              <a:ext uri="{FF2B5EF4-FFF2-40B4-BE49-F238E27FC236}">
                <a16:creationId xmlns:a16="http://schemas.microsoft.com/office/drawing/2014/main" id="{8B36BB36-BF11-460A-BEC7-4A0E16519EEE}"/>
              </a:ext>
            </a:extLst>
          </p:cNvPr>
          <p:cNvSpPr>
            <a:spLocks xmlns:a="http://schemas.openxmlformats.org/drawingml/2006/main" noGrp="1"/>
          </p:cNvSpPr>
          <p:nvPr/>
        </p:nvSpPr>
        <p:spPr>
          <a:xfrm xmlns:a="http://schemas.openxmlformats.org/drawingml/2006/main">
            <a:off x="2133600" y="25908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FASTAPI GATEWAY</a:t>
            </a:r>
          </a:p>
        </p:txBody>
      </p:sp>
      <p:sp>
        <p:nvSpPr>
          <p:cNvPr id="29" name="">
            <a:extLst xmlns:a="http://schemas.openxmlformats.org/drawingml/2006/main">
              <a:ext uri="{FF2B5EF4-FFF2-40B4-BE49-F238E27FC236}">
                <a16:creationId xmlns:a16="http://schemas.microsoft.com/office/drawing/2014/main" id="{AEF319C8-0F88-463B-8A59-8B7A0793555E}"/>
              </a:ext>
            </a:extLst>
          </p:cNvPr>
          <p:cNvSpPr>
            <a:spLocks xmlns:a="http://schemas.openxmlformats.org/drawingml/2006/main" noGrp="1"/>
          </p:cNvSpPr>
          <p:nvPr/>
        </p:nvSpPr>
        <p:spPr>
          <a:xfrm xmlns:a="http://schemas.openxmlformats.org/drawingml/2006/main">
            <a:off x="4238625" y="25241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0253F"/>
                </a:solidFill>
                <a:latin typeface="Arial"/>
                <a:ea typeface="Arial"/>
                <a:cs typeface="Arial"/>
              </a:defRPr>
            </a:pPr>
            <a:r>
              <a:rPr sz="1350" b="1">
                <a:solidFill>
                  <a:srgbClr val="10253F"/>
                </a:solidFill>
                <a:latin typeface="Arial"/>
                <a:ea typeface="Arial"/>
                <a:cs typeface="Arial"/>
              </a:rPr>
              <a:t>Upload validation</a:t>
            </a:r>
          </a:p>
        </p:txBody>
      </p:sp>
      <p:sp>
        <p:nvSpPr>
          <p:cNvPr id="30" name="">
            <a:extLst xmlns:a="http://schemas.openxmlformats.org/drawingml/2006/main">
              <a:ext uri="{FF2B5EF4-FFF2-40B4-BE49-F238E27FC236}">
                <a16:creationId xmlns:a16="http://schemas.microsoft.com/office/drawing/2014/main" id="{9A405948-AAFC-4C89-9BE4-22C5C0A9EA3B}"/>
              </a:ext>
            </a:extLst>
          </p:cNvPr>
          <p:cNvSpPr>
            <a:spLocks xmlns:a="http://schemas.openxmlformats.org/drawingml/2006/main" noGrp="1"/>
          </p:cNvSpPr>
          <p:nvPr/>
        </p:nvSpPr>
        <p:spPr>
          <a:xfrm xmlns:a="http://schemas.openxmlformats.org/drawingml/2006/main">
            <a:off x="4238625" y="277177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0">
                <a:solidFill>
                  <a:srgbClr val="536273"/>
                </a:solidFill>
                <a:latin typeface="Arial"/>
                <a:ea typeface="Arial"/>
                <a:cs typeface="Arial"/>
              </a:defRPr>
            </a:pPr>
            <a:r>
              <a:rPr sz="1050" b="0">
                <a:solidFill>
                  <a:srgbClr val="536273"/>
                </a:solidFill>
                <a:latin typeface="Arial"/>
                <a:ea typeface="Arial"/>
                <a:cs typeface="Arial"/>
              </a:rPr>
              <a:t>Size, MIME, filename</a:t>
            </a:r>
          </a:p>
        </p:txBody>
      </p:sp>
      <p:sp>
        <p:nvSpPr>
          <p:cNvPr id="31" name="">
            <a:extLst xmlns:a="http://schemas.openxmlformats.org/drawingml/2006/main">
              <a:ext uri="{FF2B5EF4-FFF2-40B4-BE49-F238E27FC236}">
                <a16:creationId xmlns:a16="http://schemas.microsoft.com/office/drawing/2014/main" id="{D687BC1E-5A42-4E18-8899-2BBA708470EF}"/>
              </a:ext>
            </a:extLst>
          </p:cNvPr>
          <p:cNvSpPr>
            <a:spLocks xmlns:a="http://schemas.openxmlformats.org/drawingml/2006/main" noGrp="1"/>
          </p:cNvSpPr>
          <p:nvPr/>
        </p:nvSpPr>
        <p:spPr>
          <a:xfrm xmlns:a="http://schemas.openxmlformats.org/drawingml/2006/main">
            <a:off x="5962650" y="25241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0253F"/>
                </a:solidFill>
                <a:latin typeface="Arial"/>
                <a:ea typeface="Arial"/>
                <a:cs typeface="Arial"/>
              </a:defRPr>
            </a:pPr>
            <a:r>
              <a:rPr sz="1350" b="1">
                <a:solidFill>
                  <a:srgbClr val="10253F"/>
                </a:solidFill>
                <a:latin typeface="Arial"/>
                <a:ea typeface="Arial"/>
                <a:cs typeface="Arial"/>
              </a:rPr>
              <a:t>Session isolation</a:t>
            </a:r>
          </a:p>
        </p:txBody>
      </p:sp>
      <p:sp>
        <p:nvSpPr>
          <p:cNvPr id="32" name="">
            <a:extLst xmlns:a="http://schemas.openxmlformats.org/drawingml/2006/main">
              <a:ext uri="{FF2B5EF4-FFF2-40B4-BE49-F238E27FC236}">
                <a16:creationId xmlns:a16="http://schemas.microsoft.com/office/drawing/2014/main" id="{159EED32-7265-4434-803A-2D5934805789}"/>
              </a:ext>
            </a:extLst>
          </p:cNvPr>
          <p:cNvSpPr>
            <a:spLocks xmlns:a="http://schemas.openxmlformats.org/drawingml/2006/main" noGrp="1"/>
          </p:cNvSpPr>
          <p:nvPr/>
        </p:nvSpPr>
        <p:spPr>
          <a:xfrm xmlns:a="http://schemas.openxmlformats.org/drawingml/2006/main">
            <a:off x="5962650" y="27717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0">
                <a:solidFill>
                  <a:srgbClr val="536273"/>
                </a:solidFill>
                <a:latin typeface="Arial"/>
                <a:ea typeface="Arial"/>
                <a:cs typeface="Arial"/>
              </a:defRPr>
            </a:pPr>
            <a:r>
              <a:rPr sz="1050" b="0">
                <a:solidFill>
                  <a:srgbClr val="536273"/>
                </a:solidFill>
                <a:latin typeface="Arial"/>
                <a:ea typeface="Arial"/>
                <a:cs typeface="Arial"/>
              </a:rPr>
              <a:t>Private case access</a:t>
            </a:r>
          </a:p>
        </p:txBody>
      </p:sp>
      <p:sp>
        <p:nvSpPr>
          <p:cNvPr id="33" name="">
            <a:extLst xmlns:a="http://schemas.openxmlformats.org/drawingml/2006/main">
              <a:ext uri="{FF2B5EF4-FFF2-40B4-BE49-F238E27FC236}">
                <a16:creationId xmlns:a16="http://schemas.microsoft.com/office/drawing/2014/main" id="{EE7731A4-0AB2-4BEB-87D7-40244EAFCFF3}"/>
              </a:ext>
            </a:extLst>
          </p:cNvPr>
          <p:cNvSpPr>
            <a:spLocks xmlns:a="http://schemas.openxmlformats.org/drawingml/2006/main" noGrp="1"/>
          </p:cNvSpPr>
          <p:nvPr/>
        </p:nvSpPr>
        <p:spPr>
          <a:xfrm xmlns:a="http://schemas.openxmlformats.org/drawingml/2006/main">
            <a:off x="7677150" y="25241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0253F"/>
                </a:solidFill>
                <a:latin typeface="Arial"/>
                <a:ea typeface="Arial"/>
                <a:cs typeface="Arial"/>
              </a:defRPr>
            </a:pPr>
            <a:r>
              <a:rPr sz="1350" b="1">
                <a:solidFill>
                  <a:srgbClr val="10253F"/>
                </a:solidFill>
                <a:latin typeface="Arial"/>
                <a:ea typeface="Arial"/>
                <a:cs typeface="Arial"/>
              </a:rPr>
              <a:t>Runtime controls</a:t>
            </a:r>
          </a:p>
        </p:txBody>
      </p:sp>
      <p:sp>
        <p:nvSpPr>
          <p:cNvPr id="34" name="">
            <a:extLst xmlns:a="http://schemas.openxmlformats.org/drawingml/2006/main">
              <a:ext uri="{FF2B5EF4-FFF2-40B4-BE49-F238E27FC236}">
                <a16:creationId xmlns:a16="http://schemas.microsoft.com/office/drawing/2014/main" id="{AF446FAC-DD90-45E7-A435-A5FED45A4449}"/>
              </a:ext>
            </a:extLst>
          </p:cNvPr>
          <p:cNvSpPr>
            <a:spLocks xmlns:a="http://schemas.openxmlformats.org/drawingml/2006/main" noGrp="1"/>
          </p:cNvSpPr>
          <p:nvPr/>
        </p:nvSpPr>
        <p:spPr>
          <a:xfrm xmlns:a="http://schemas.openxmlformats.org/drawingml/2006/main">
            <a:off x="7677150" y="2771775"/>
            <a:ext cx="160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6282"/>
          </a:bodyPr>
          <a:lstStyle xmlns:a="http://schemas.openxmlformats.org/drawingml/2006/main"/>
          <a:p xmlns:a="http://schemas.openxmlformats.org/drawingml/2006/main">
            <a:pPr algn="l">
              <a:defRPr sz="1050" b="0">
                <a:solidFill>
                  <a:srgbClr val="536273"/>
                </a:solidFill>
                <a:latin typeface="Arial"/>
                <a:ea typeface="Arial"/>
                <a:cs typeface="Arial"/>
              </a:defRPr>
            </a:pPr>
            <a:r>
              <a:rPr sz="1050" b="0">
                <a:solidFill>
                  <a:srgbClr val="536273"/>
                </a:solidFill>
                <a:latin typeface="Arial"/>
                <a:ea typeface="Arial"/>
                <a:cs typeface="Arial"/>
              </a:rPr>
              <a:t>Limits, timeouts, rate control</a:t>
            </a:r>
          </a:p>
        </p:txBody>
      </p:sp>
      <p:sp>
        <p:nvSpPr>
          <p:cNvPr id="35" name="">
            <a:extLst xmlns:a="http://schemas.openxmlformats.org/drawingml/2006/main">
              <a:ext uri="{FF2B5EF4-FFF2-40B4-BE49-F238E27FC236}">
                <a16:creationId xmlns:a16="http://schemas.microsoft.com/office/drawing/2014/main" id="{9E0FF4FA-B230-4049-A891-136CB2433E4F}"/>
              </a:ext>
            </a:extLst>
          </p:cNvPr>
          <p:cNvSpPr>
            <a:spLocks xmlns:a="http://schemas.openxmlformats.org/drawingml/2006/main" noGrp="1"/>
          </p:cNvSpPr>
          <p:nvPr/>
        </p:nvSpPr>
        <p:spPr>
          <a:xfrm xmlns:a="http://schemas.openxmlformats.org/drawingml/2006/main">
            <a:off x="1952625" y="3333750"/>
            <a:ext cx="7524750" cy="1562100"/>
          </a:xfrm>
          <a:prstGeom xmlns:a="http://schemas.openxmlformats.org/drawingml/2006/main" prst="roundRect">
            <a:avLst>
              <a:gd name="adj" fmla="val 7317"/>
            </a:avLst>
          </a:prstGeom>
          <a:solidFill xmlns:a="http://schemas.openxmlformats.org/drawingml/2006/main">
            <a:srgbClr val="102B4B"/>
          </a:solidFill>
          <a:ln xmlns:a="http://schemas.openxmlformats.org/drawingml/2006/main" w="0">
            <a:solidFill>
              <a:srgbClr val="102B4B"/>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4815BEDA-8787-486A-8848-AC5D3C824197}"/>
              </a:ext>
            </a:extLst>
          </p:cNvPr>
          <p:cNvSpPr>
            <a:spLocks xmlns:a="http://schemas.openxmlformats.org/drawingml/2006/main" noGrp="1"/>
          </p:cNvSpPr>
          <p:nvPr/>
        </p:nvSpPr>
        <p:spPr>
          <a:xfrm xmlns:a="http://schemas.openxmlformats.org/drawingml/2006/main">
            <a:off x="2133600" y="34766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ANALYSIS ORCHESTRATOR</a:t>
            </a:r>
          </a:p>
        </p:txBody>
      </p:sp>
      <p:sp>
        <p:nvSpPr>
          <p:cNvPr id="37" name="">
            <a:extLst xmlns:a="http://schemas.openxmlformats.org/drawingml/2006/main">
              <a:ext uri="{FF2B5EF4-FFF2-40B4-BE49-F238E27FC236}">
                <a16:creationId xmlns:a16="http://schemas.microsoft.com/office/drawing/2014/main" id="{E919AEFB-9364-4DB4-ADAC-FCECD0258639}"/>
              </a:ext>
            </a:extLst>
          </p:cNvPr>
          <p:cNvSpPr>
            <a:spLocks xmlns:a="http://schemas.openxmlformats.org/drawingml/2006/main" noGrp="1"/>
          </p:cNvSpPr>
          <p:nvPr/>
        </p:nvSpPr>
        <p:spPr>
          <a:xfrm xmlns:a="http://schemas.openxmlformats.org/drawingml/2006/main">
            <a:off x="4810125" y="3476625"/>
            <a:ext cx="4352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125" b="0">
                <a:solidFill>
                  <a:srgbClr val="C8D3DF"/>
                </a:solidFill>
                <a:latin typeface="Arial"/>
                <a:ea typeface="Arial"/>
                <a:cs typeface="Arial"/>
              </a:defRPr>
            </a:pPr>
            <a:r>
              <a:rPr sz="1125" b="0">
                <a:solidFill>
                  <a:srgbClr val="C8D3DF"/>
                </a:solidFill>
                <a:latin typeface="Arial"/>
                <a:ea typeface="Arial"/>
                <a:cs typeface="Arial"/>
              </a:rPr>
              <a:t>Independent modules return evidence to one bounded scoring policy</a:t>
            </a:r>
          </a:p>
        </p:txBody>
      </p:sp>
      <p:sp>
        <p:nvSpPr>
          <p:cNvPr id="38" name="">
            <a:extLst xmlns:a="http://schemas.openxmlformats.org/drawingml/2006/main">
              <a:ext uri="{FF2B5EF4-FFF2-40B4-BE49-F238E27FC236}">
                <a16:creationId xmlns:a16="http://schemas.microsoft.com/office/drawing/2014/main" id="{5960F32E-A56A-4708-89CE-348C3743639D}"/>
              </a:ext>
            </a:extLst>
          </p:cNvPr>
          <p:cNvSpPr>
            <a:spLocks xmlns:a="http://schemas.openxmlformats.org/drawingml/2006/main" noGrp="1"/>
          </p:cNvSpPr>
          <p:nvPr/>
        </p:nvSpPr>
        <p:spPr>
          <a:xfrm xmlns:a="http://schemas.openxmlformats.org/drawingml/2006/main">
            <a:off x="2133600" y="3905250"/>
            <a:ext cx="1809750" cy="781050"/>
          </a:xfrm>
          <a:prstGeom xmlns:a="http://schemas.openxmlformats.org/drawingml/2006/main" prst="roundRect">
            <a:avLst>
              <a:gd name="adj" fmla="val 9756"/>
            </a:avLst>
          </a:prstGeom>
          <a:solidFill xmlns:a="http://schemas.openxmlformats.org/drawingml/2006/main">
            <a:srgbClr val="40291E"/>
          </a:solidFill>
          <a:ln xmlns:a="http://schemas.openxmlformats.org/drawingml/2006/main" w="9525">
            <a:solidFill>
              <a:srgbClr val="F07D3B"/>
            </a:solidFill>
            <a:prstDash val="solid"/>
          </a:ln>
        </p:spPr>
      </p:sp>
      <p:sp>
        <p:nvSpPr>
          <p:cNvPr id="39" name="">
            <a:extLst xmlns:a="http://schemas.openxmlformats.org/drawingml/2006/main">
              <a:ext uri="{FF2B5EF4-FFF2-40B4-BE49-F238E27FC236}">
                <a16:creationId xmlns:a16="http://schemas.microsoft.com/office/drawing/2014/main" id="{E5EF10CC-46FE-4FF5-8B08-45E2A2A29DEA}"/>
              </a:ext>
            </a:extLst>
          </p:cNvPr>
          <p:cNvSpPr>
            <a:spLocks xmlns:a="http://schemas.openxmlformats.org/drawingml/2006/main" noGrp="1"/>
          </p:cNvSpPr>
          <p:nvPr/>
        </p:nvSpPr>
        <p:spPr>
          <a:xfrm xmlns:a="http://schemas.openxmlformats.org/drawingml/2006/main">
            <a:off x="2266950" y="4010025"/>
            <a:ext cx="971550" cy="266700"/>
          </a:xfrm>
          <a:prstGeom xmlns:a="http://schemas.openxmlformats.org/drawingml/2006/main" prst="roundRect">
            <a:avLst>
              <a:gd name="adj" fmla="val 50000"/>
            </a:avLst>
          </a:prstGeom>
          <a:solidFill xmlns:a="http://schemas.openxmlformats.org/drawingml/2006/main">
            <a:srgbClr val="F07D3B"/>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165EE639-F7E5-4ECB-9592-6C93DF36A91B}"/>
              </a:ext>
            </a:extLst>
          </p:cNvPr>
          <p:cNvSpPr>
            <a:spLocks xmlns:a="http://schemas.openxmlformats.org/drawingml/2006/main" noGrp="1"/>
          </p:cNvSpPr>
          <p:nvPr/>
        </p:nvSpPr>
        <p:spPr>
          <a:xfrm xmlns:a="http://schemas.openxmlformats.org/drawingml/2006/main">
            <a:off x="2266950" y="4010025"/>
            <a:ext cx="971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RAKSHAK AI</a:t>
            </a:r>
          </a:p>
        </p:txBody>
      </p:sp>
      <p:sp>
        <p:nvSpPr>
          <p:cNvPr id="41" name="">
            <a:extLst xmlns:a="http://schemas.openxmlformats.org/drawingml/2006/main">
              <a:ext uri="{FF2B5EF4-FFF2-40B4-BE49-F238E27FC236}">
                <a16:creationId xmlns:a16="http://schemas.microsoft.com/office/drawing/2014/main" id="{25864519-B470-4410-A878-70CCD644A75E}"/>
              </a:ext>
            </a:extLst>
          </p:cNvPr>
          <p:cNvSpPr>
            <a:spLocks xmlns:a="http://schemas.openxmlformats.org/drawingml/2006/main" noGrp="1"/>
          </p:cNvSpPr>
          <p:nvPr/>
        </p:nvSpPr>
        <p:spPr>
          <a:xfrm xmlns:a="http://schemas.openxmlformats.org/drawingml/2006/main">
            <a:off x="2266950" y="4324350"/>
            <a:ext cx="1495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Text model + rules</a:t>
            </a:r>
          </a:p>
        </p:txBody>
      </p:sp>
      <p:sp>
        <p:nvSpPr>
          <p:cNvPr id="42" name="">
            <a:extLst xmlns:a="http://schemas.openxmlformats.org/drawingml/2006/main">
              <a:ext uri="{FF2B5EF4-FFF2-40B4-BE49-F238E27FC236}">
                <a16:creationId xmlns:a16="http://schemas.microsoft.com/office/drawing/2014/main" id="{F8B0F9F2-9F10-452B-BCAF-9CB636802E27}"/>
              </a:ext>
            </a:extLst>
          </p:cNvPr>
          <p:cNvSpPr>
            <a:spLocks xmlns:a="http://schemas.openxmlformats.org/drawingml/2006/main" noGrp="1"/>
          </p:cNvSpPr>
          <p:nvPr/>
        </p:nvSpPr>
        <p:spPr>
          <a:xfrm xmlns:a="http://schemas.openxmlformats.org/drawingml/2006/main">
            <a:off x="4095750" y="3905250"/>
            <a:ext cx="2095500" cy="781050"/>
          </a:xfrm>
          <a:prstGeom xmlns:a="http://schemas.openxmlformats.org/drawingml/2006/main" prst="roundRect">
            <a:avLst>
              <a:gd name="adj" fmla="val 9756"/>
            </a:avLst>
          </a:prstGeom>
          <a:solidFill xmlns:a="http://schemas.openxmlformats.org/drawingml/2006/main">
            <a:srgbClr val="16393D"/>
          </a:solidFill>
          <a:ln xmlns:a="http://schemas.openxmlformats.org/drawingml/2006/main" w="9525">
            <a:solidFill>
              <a:srgbClr val="46D6CF"/>
            </a:solidFill>
            <a:prstDash val="solid"/>
          </a:ln>
        </p:spPr>
      </p:sp>
      <p:sp>
        <p:nvSpPr>
          <p:cNvPr id="43" name="">
            <a:extLst xmlns:a="http://schemas.openxmlformats.org/drawingml/2006/main">
              <a:ext uri="{FF2B5EF4-FFF2-40B4-BE49-F238E27FC236}">
                <a16:creationId xmlns:a16="http://schemas.microsoft.com/office/drawing/2014/main" id="{F9338135-50FD-481A-82B8-FEF417F6A09F}"/>
              </a:ext>
            </a:extLst>
          </p:cNvPr>
          <p:cNvSpPr>
            <a:spLocks xmlns:a="http://schemas.openxmlformats.org/drawingml/2006/main" noGrp="1"/>
          </p:cNvSpPr>
          <p:nvPr/>
        </p:nvSpPr>
        <p:spPr>
          <a:xfrm xmlns:a="http://schemas.openxmlformats.org/drawingml/2006/main">
            <a:off x="4229100" y="4010025"/>
            <a:ext cx="971550" cy="266700"/>
          </a:xfrm>
          <a:prstGeom xmlns:a="http://schemas.openxmlformats.org/drawingml/2006/main" prst="roundRect">
            <a:avLst>
              <a:gd name="adj" fmla="val 50000"/>
            </a:avLst>
          </a:prstGeom>
          <a:solidFill xmlns:a="http://schemas.openxmlformats.org/drawingml/2006/main">
            <a:srgbClr val="46D6CF"/>
          </a:solidFill>
          <a:ln xmlns:a="http://schemas.openxmlformats.org/drawingml/2006/main" w="9525">
            <a:solidFill>
              <a:srgbClr val="10253F"/>
            </a:solidFill>
            <a:prstDash val="solid"/>
          </a:ln>
        </p:spPr>
      </p:sp>
      <p:sp>
        <p:nvSpPr>
          <p:cNvPr id="44" name="">
            <a:extLst xmlns:a="http://schemas.openxmlformats.org/drawingml/2006/main">
              <a:ext uri="{FF2B5EF4-FFF2-40B4-BE49-F238E27FC236}">
                <a16:creationId xmlns:a16="http://schemas.microsoft.com/office/drawing/2014/main" id="{AA683884-E0EC-49A8-9C1F-25DD8A8BD65C}"/>
              </a:ext>
            </a:extLst>
          </p:cNvPr>
          <p:cNvSpPr>
            <a:spLocks xmlns:a="http://schemas.openxmlformats.org/drawingml/2006/main" noGrp="1"/>
          </p:cNvSpPr>
          <p:nvPr/>
        </p:nvSpPr>
        <p:spPr>
          <a:xfrm xmlns:a="http://schemas.openxmlformats.org/drawingml/2006/main">
            <a:off x="4229100" y="4010025"/>
            <a:ext cx="971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10253F"/>
                </a:solidFill>
                <a:latin typeface="Arial"/>
                <a:ea typeface="Arial"/>
                <a:cs typeface="Arial"/>
              </a:defRPr>
            </a:pPr>
            <a:r>
              <a:rPr sz="900" b="1">
                <a:solidFill>
                  <a:srgbClr val="10253F"/>
                </a:solidFill>
                <a:latin typeface="Arial"/>
                <a:ea typeface="Arial"/>
                <a:cs typeface="Arial"/>
              </a:rPr>
              <a:t>EMAIL TRUST</a:t>
            </a:r>
          </a:p>
        </p:txBody>
      </p:sp>
      <p:sp>
        <p:nvSpPr>
          <p:cNvPr id="45" name="">
            <a:extLst xmlns:a="http://schemas.openxmlformats.org/drawingml/2006/main">
              <a:ext uri="{FF2B5EF4-FFF2-40B4-BE49-F238E27FC236}">
                <a16:creationId xmlns:a16="http://schemas.microsoft.com/office/drawing/2014/main" id="{1CE31231-4C05-4C07-8A92-FD6063CD7D37}"/>
              </a:ext>
            </a:extLst>
          </p:cNvPr>
          <p:cNvSpPr>
            <a:spLocks xmlns:a="http://schemas.openxmlformats.org/drawingml/2006/main" noGrp="1"/>
          </p:cNvSpPr>
          <p:nvPr/>
        </p:nvSpPr>
        <p:spPr>
          <a:xfrm xmlns:a="http://schemas.openxmlformats.org/drawingml/2006/main">
            <a:off x="4229100" y="4324350"/>
            <a:ext cx="1752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Parser, auth, sender</a:t>
            </a:r>
          </a:p>
        </p:txBody>
      </p:sp>
      <p:sp>
        <p:nvSpPr>
          <p:cNvPr id="46" name="">
            <a:extLst xmlns:a="http://schemas.openxmlformats.org/drawingml/2006/main">
              <a:ext uri="{FF2B5EF4-FFF2-40B4-BE49-F238E27FC236}">
                <a16:creationId xmlns:a16="http://schemas.microsoft.com/office/drawing/2014/main" id="{A92011A2-78DA-4CBB-8EF8-131936670E5A}"/>
              </a:ext>
            </a:extLst>
          </p:cNvPr>
          <p:cNvSpPr>
            <a:spLocks xmlns:a="http://schemas.openxmlformats.org/drawingml/2006/main" noGrp="1"/>
          </p:cNvSpPr>
          <p:nvPr/>
        </p:nvSpPr>
        <p:spPr>
          <a:xfrm xmlns:a="http://schemas.openxmlformats.org/drawingml/2006/main">
            <a:off x="6343650" y="3905250"/>
            <a:ext cx="2095500" cy="781050"/>
          </a:xfrm>
          <a:prstGeom xmlns:a="http://schemas.openxmlformats.org/drawingml/2006/main" prst="roundRect">
            <a:avLst>
              <a:gd name="adj" fmla="val 9756"/>
            </a:avLst>
          </a:prstGeom>
          <a:solidFill xmlns:a="http://schemas.openxmlformats.org/drawingml/2006/main">
            <a:srgbClr val="3B351F"/>
          </a:solidFill>
          <a:ln xmlns:a="http://schemas.openxmlformats.org/drawingml/2006/main" w="9525">
            <a:solidFill>
              <a:srgbClr val="F2C454"/>
            </a:solidFill>
            <a:prstDash val="solid"/>
          </a:ln>
        </p:spPr>
      </p:sp>
      <p:sp>
        <p:nvSpPr>
          <p:cNvPr id="47" name="">
            <a:extLst xmlns:a="http://schemas.openxmlformats.org/drawingml/2006/main">
              <a:ext uri="{FF2B5EF4-FFF2-40B4-BE49-F238E27FC236}">
                <a16:creationId xmlns:a16="http://schemas.microsoft.com/office/drawing/2014/main" id="{6B284F18-496C-48F6-AD4B-4C01D483C2DE}"/>
              </a:ext>
            </a:extLst>
          </p:cNvPr>
          <p:cNvSpPr>
            <a:spLocks xmlns:a="http://schemas.openxmlformats.org/drawingml/2006/main" noGrp="1"/>
          </p:cNvSpPr>
          <p:nvPr/>
        </p:nvSpPr>
        <p:spPr>
          <a:xfrm xmlns:a="http://schemas.openxmlformats.org/drawingml/2006/main">
            <a:off x="6477000" y="4010025"/>
            <a:ext cx="914400" cy="266700"/>
          </a:xfrm>
          <a:prstGeom xmlns:a="http://schemas.openxmlformats.org/drawingml/2006/main" prst="roundRect">
            <a:avLst>
              <a:gd name="adj" fmla="val 50000"/>
            </a:avLst>
          </a:prstGeom>
          <a:solidFill xmlns:a="http://schemas.openxmlformats.org/drawingml/2006/main">
            <a:srgbClr val="F2C454"/>
          </a:solidFill>
          <a:ln xmlns:a="http://schemas.openxmlformats.org/drawingml/2006/main" w="9525">
            <a:solidFill>
              <a:srgbClr val="10253F"/>
            </a:solidFill>
            <a:prstDash val="solid"/>
          </a:ln>
        </p:spPr>
      </p:sp>
      <p:sp>
        <p:nvSpPr>
          <p:cNvPr id="48" name="">
            <a:extLst xmlns:a="http://schemas.openxmlformats.org/drawingml/2006/main">
              <a:ext uri="{FF2B5EF4-FFF2-40B4-BE49-F238E27FC236}">
                <a16:creationId xmlns:a16="http://schemas.microsoft.com/office/drawing/2014/main" id="{71245690-FB6D-4DF4-90FB-9A31E8B218AB}"/>
              </a:ext>
            </a:extLst>
          </p:cNvPr>
          <p:cNvSpPr>
            <a:spLocks xmlns:a="http://schemas.openxmlformats.org/drawingml/2006/main" noGrp="1"/>
          </p:cNvSpPr>
          <p:nvPr/>
        </p:nvSpPr>
        <p:spPr>
          <a:xfrm xmlns:a="http://schemas.openxmlformats.org/drawingml/2006/main">
            <a:off x="6477000" y="4010025"/>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10253F"/>
                </a:solidFill>
                <a:latin typeface="Arial"/>
                <a:ea typeface="Arial"/>
                <a:cs typeface="Arial"/>
              </a:defRPr>
            </a:pPr>
            <a:r>
              <a:rPr sz="900" b="1">
                <a:solidFill>
                  <a:srgbClr val="10253F"/>
                </a:solidFill>
                <a:latin typeface="Arial"/>
                <a:ea typeface="Arial"/>
                <a:cs typeface="Arial"/>
              </a:rPr>
              <a:t>FORENSICS</a:t>
            </a:r>
          </a:p>
        </p:txBody>
      </p:sp>
      <p:sp>
        <p:nvSpPr>
          <p:cNvPr id="49" name="">
            <a:extLst xmlns:a="http://schemas.openxmlformats.org/drawingml/2006/main">
              <a:ext uri="{FF2B5EF4-FFF2-40B4-BE49-F238E27FC236}">
                <a16:creationId xmlns:a16="http://schemas.microsoft.com/office/drawing/2014/main" id="{10966EE8-C0E8-488F-BAB4-3356B78AE90C}"/>
              </a:ext>
            </a:extLst>
          </p:cNvPr>
          <p:cNvSpPr>
            <a:spLocks xmlns:a="http://schemas.openxmlformats.org/drawingml/2006/main" noGrp="1"/>
          </p:cNvSpPr>
          <p:nvPr/>
        </p:nvSpPr>
        <p:spPr>
          <a:xfrm xmlns:a="http://schemas.openxmlformats.org/drawingml/2006/main">
            <a:off x="6477000" y="4324350"/>
            <a:ext cx="1752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Domain, IP, Geo, files</a:t>
            </a:r>
          </a:p>
        </p:txBody>
      </p:sp>
      <p:sp>
        <p:nvSpPr>
          <p:cNvPr id="50" name="">
            <a:extLst xmlns:a="http://schemas.openxmlformats.org/drawingml/2006/main">
              <a:ext uri="{FF2B5EF4-FFF2-40B4-BE49-F238E27FC236}">
                <a16:creationId xmlns:a16="http://schemas.microsoft.com/office/drawing/2014/main" id="{D4149CA4-3B8E-43C8-B87B-A15FD9444C05}"/>
              </a:ext>
            </a:extLst>
          </p:cNvPr>
          <p:cNvSpPr>
            <a:spLocks xmlns:a="http://schemas.openxmlformats.org/drawingml/2006/main" noGrp="1"/>
          </p:cNvSpPr>
          <p:nvPr/>
        </p:nvSpPr>
        <p:spPr>
          <a:xfrm xmlns:a="http://schemas.openxmlformats.org/drawingml/2006/main">
            <a:off x="8629650" y="3819525"/>
            <a:ext cx="666750" cy="952500"/>
          </a:xfrm>
          <a:prstGeom xmlns:a="http://schemas.openxmlformats.org/drawingml/2006/main" prst="ellipse">
            <a:avLst/>
          </a:prstGeom>
          <a:solidFill xmlns:a="http://schemas.openxmlformats.org/drawingml/2006/main">
            <a:srgbClr val="FFFFFF"/>
          </a:solidFill>
          <a:ln xmlns:a="http://schemas.openxmlformats.org/drawingml/2006/main" w="38100">
            <a:solidFill>
              <a:srgbClr val="F07D3B"/>
            </a:solidFill>
            <a:prstDash val="solid"/>
          </a:ln>
        </p:spPr>
      </p:sp>
      <p:sp>
        <p:nvSpPr>
          <p:cNvPr id="51" name="">
            <a:extLst xmlns:a="http://schemas.openxmlformats.org/drawingml/2006/main">
              <a:ext uri="{FF2B5EF4-FFF2-40B4-BE49-F238E27FC236}">
                <a16:creationId xmlns:a16="http://schemas.microsoft.com/office/drawing/2014/main" id="{3CF1CFA2-FDD2-4D37-94E7-61B67B04E368}"/>
              </a:ext>
            </a:extLst>
          </p:cNvPr>
          <p:cNvSpPr>
            <a:spLocks xmlns:a="http://schemas.openxmlformats.org/drawingml/2006/main" noGrp="1"/>
          </p:cNvSpPr>
          <p:nvPr/>
        </p:nvSpPr>
        <p:spPr>
          <a:xfrm xmlns:a="http://schemas.openxmlformats.org/drawingml/2006/main">
            <a:off x="8696325" y="4000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1930"/>
          </a:bodyPr>
          <a:lstStyle xmlns:a="http://schemas.openxmlformats.org/drawingml/2006/main"/>
          <a:p xmlns:a="http://schemas.openxmlformats.org/drawingml/2006/main">
            <a:pPr algn="ctr">
              <a:defRPr sz="1650" b="1">
                <a:solidFill>
                  <a:srgbClr val="10253F"/>
                </a:solidFill>
                <a:latin typeface="Arial"/>
                <a:ea typeface="Arial"/>
                <a:cs typeface="Arial"/>
              </a:defRPr>
            </a:pPr>
            <a:r>
              <a:rPr sz="1650" b="1">
                <a:solidFill>
                  <a:srgbClr val="10253F"/>
                </a:solidFill>
                <a:latin typeface="Arial"/>
                <a:ea typeface="Arial"/>
                <a:cs typeface="Arial"/>
              </a:rPr>
              <a:t>0–100</a:t>
            </a:r>
          </a:p>
        </p:txBody>
      </p:sp>
      <p:sp>
        <p:nvSpPr>
          <p:cNvPr id="52" name="">
            <a:extLst xmlns:a="http://schemas.openxmlformats.org/drawingml/2006/main">
              <a:ext uri="{FF2B5EF4-FFF2-40B4-BE49-F238E27FC236}">
                <a16:creationId xmlns:a16="http://schemas.microsoft.com/office/drawing/2014/main" id="{2594C827-926C-4572-946E-2C73CB9BFDAB}"/>
              </a:ext>
            </a:extLst>
          </p:cNvPr>
          <p:cNvSpPr>
            <a:spLocks xmlns:a="http://schemas.openxmlformats.org/drawingml/2006/main" noGrp="1"/>
          </p:cNvSpPr>
          <p:nvPr/>
        </p:nvSpPr>
        <p:spPr>
          <a:xfrm xmlns:a="http://schemas.openxmlformats.org/drawingml/2006/main">
            <a:off x="8734425" y="4295775"/>
            <a:ext cx="4572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07D3B"/>
                </a:solidFill>
                <a:latin typeface="Arial"/>
                <a:ea typeface="Arial"/>
                <a:cs typeface="Arial"/>
              </a:defRPr>
            </a:pPr>
            <a:r>
              <a:rPr sz="975" b="1">
                <a:solidFill>
                  <a:srgbClr val="F07D3B"/>
                </a:solidFill>
                <a:latin typeface="Arial"/>
                <a:ea typeface="Arial"/>
                <a:cs typeface="Arial"/>
              </a:rPr>
              <a:t>RISK</a:t>
            </a:r>
          </a:p>
        </p:txBody>
      </p:sp>
      <p:sp>
        <p:nvSpPr>
          <p:cNvPr id="53" name="">
            <a:extLst xmlns:a="http://schemas.openxmlformats.org/drawingml/2006/main">
              <a:ext uri="{FF2B5EF4-FFF2-40B4-BE49-F238E27FC236}">
                <a16:creationId xmlns:a16="http://schemas.microsoft.com/office/drawing/2014/main" id="{802C592E-02C9-40C4-AEC8-F0902886A5EC}"/>
              </a:ext>
            </a:extLst>
          </p:cNvPr>
          <p:cNvSpPr>
            <a:spLocks xmlns:a="http://schemas.openxmlformats.org/drawingml/2006/main" noGrp="1"/>
          </p:cNvSpPr>
          <p:nvPr/>
        </p:nvSpPr>
        <p:spPr>
          <a:xfrm xmlns:a="http://schemas.openxmlformats.org/drawingml/2006/main">
            <a:off x="8677275" y="451485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41A36B"/>
                </a:solidFill>
                <a:latin typeface="Arial"/>
                <a:ea typeface="Arial"/>
                <a:cs typeface="Arial"/>
              </a:defRPr>
            </a:pPr>
            <a:r>
              <a:rPr sz="750" b="0">
                <a:solidFill>
                  <a:srgbClr val="41A36B"/>
                </a:solidFill>
                <a:latin typeface="Arial"/>
                <a:ea typeface="Arial"/>
                <a:cs typeface="Arial"/>
              </a:rPr>
              <a:t>+ coverage</a:t>
            </a:r>
          </a:p>
        </p:txBody>
      </p:sp>
      <p:cxnSp>
        <p:nvCxnSpPr>
          <p:cNvPr id="143" name=""/>
          <p:cNvCxnSpPr>
            <a:stCxn xmlns:a="http://schemas.openxmlformats.org/drawingml/2006/main" id="38" idx="3"/>
            <a:endCxn xmlns:a="http://schemas.openxmlformats.org/drawingml/2006/main" id="50" idx="2"/>
          </p:cNvCxnSpPr>
          <p:nvPr/>
        </p:nvCxnSpPr>
        <p:spPr>
          <a:xfrm xmlns:a="http://schemas.openxmlformats.org/drawingml/2006/main">
            <a:off x="3943350" y="4295775"/>
            <a:ext cx="4686300" cy="0"/>
          </a:xfrm>
          <a:prstGeom xmlns:a="http://schemas.openxmlformats.org/drawingml/2006/main" prst="straightConnector1">
            <a:avLst/>
          </a:prstGeom>
          <a:ln xmlns:a="http://schemas.openxmlformats.org/drawingml/2006/main" w="28575">
            <a:solidFill>
              <a:srgbClr val="F07D3B"/>
            </a:solidFill>
            <a:prstDash val="solid"/>
            <a:tailEnd type="triangle" w="med" len="med"/>
          </a:ln>
        </p:spPr>
      </p:cxnSp>
      <p:cxnSp>
        <p:nvCxnSpPr>
          <p:cNvPr id="144" name=""/>
          <p:cNvCxnSpPr>
            <a:stCxn xmlns:a="http://schemas.openxmlformats.org/drawingml/2006/main" id="42" idx="3"/>
            <a:endCxn xmlns:a="http://schemas.openxmlformats.org/drawingml/2006/main" id="50" idx="2"/>
          </p:cNvCxnSpPr>
          <p:nvPr/>
        </p:nvCxnSpPr>
        <p:spPr>
          <a:xfrm xmlns:a="http://schemas.openxmlformats.org/drawingml/2006/main">
            <a:off x="6191250" y="4295775"/>
            <a:ext cx="2438400" cy="0"/>
          </a:xfrm>
          <a:prstGeom xmlns:a="http://schemas.openxmlformats.org/drawingml/2006/main" prst="straightConnector1">
            <a:avLst/>
          </a:prstGeom>
          <a:ln xmlns:a="http://schemas.openxmlformats.org/drawingml/2006/main" w="28575">
            <a:solidFill>
              <a:srgbClr val="46D6CF"/>
            </a:solidFill>
            <a:prstDash val="solid"/>
            <a:tailEnd type="triangle" w="med" len="med"/>
          </a:ln>
        </p:spPr>
      </p:cxnSp>
      <p:cxnSp>
        <p:nvCxnSpPr>
          <p:cNvPr id="145" name=""/>
          <p:cNvCxnSpPr>
            <a:stCxn xmlns:a="http://schemas.openxmlformats.org/drawingml/2006/main" id="46" idx="3"/>
            <a:endCxn xmlns:a="http://schemas.openxmlformats.org/drawingml/2006/main" id="50" idx="2"/>
          </p:cNvCxnSpPr>
          <p:nvPr/>
        </p:nvCxnSpPr>
        <p:spPr>
          <a:xfrm xmlns:a="http://schemas.openxmlformats.org/drawingml/2006/main">
            <a:off x="8439150" y="4295775"/>
            <a:ext cx="190500" cy="0"/>
          </a:xfrm>
          <a:prstGeom xmlns:a="http://schemas.openxmlformats.org/drawingml/2006/main" prst="straightConnector1">
            <a:avLst/>
          </a:prstGeom>
          <a:ln xmlns:a="http://schemas.openxmlformats.org/drawingml/2006/main" w="28575">
            <a:solidFill>
              <a:srgbClr val="F2C454"/>
            </a:solidFill>
            <a:prstDash val="solid"/>
            <a:tailEnd type="triangle" w="med" len="med"/>
          </a:ln>
        </p:spPr>
      </p:cxnSp>
      <p:sp>
        <p:nvSpPr>
          <p:cNvPr id="57" name="">
            <a:extLst xmlns:a="http://schemas.openxmlformats.org/drawingml/2006/main">
              <a:ext uri="{FF2B5EF4-FFF2-40B4-BE49-F238E27FC236}">
                <a16:creationId xmlns:a16="http://schemas.microsoft.com/office/drawing/2014/main" id="{FED5E3C3-8C4B-4475-9940-FECA2775CFC5}"/>
              </a:ext>
            </a:extLst>
          </p:cNvPr>
          <p:cNvSpPr>
            <a:spLocks xmlns:a="http://schemas.openxmlformats.org/drawingml/2006/main" noGrp="1"/>
          </p:cNvSpPr>
          <p:nvPr/>
        </p:nvSpPr>
        <p:spPr>
          <a:xfrm xmlns:a="http://schemas.openxmlformats.org/drawingml/2006/main">
            <a:off x="1952625" y="5067300"/>
            <a:ext cx="75247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8" name="">
            <a:extLst xmlns:a="http://schemas.openxmlformats.org/drawingml/2006/main">
              <a:ext uri="{FF2B5EF4-FFF2-40B4-BE49-F238E27FC236}">
                <a16:creationId xmlns:a16="http://schemas.microsoft.com/office/drawing/2014/main" id="{B03FCF8A-6A92-423A-BFA7-FE77AF653569}"/>
              </a:ext>
            </a:extLst>
          </p:cNvPr>
          <p:cNvSpPr>
            <a:spLocks xmlns:a="http://schemas.openxmlformats.org/drawingml/2006/main" noGrp="1"/>
          </p:cNvSpPr>
          <p:nvPr/>
        </p:nvSpPr>
        <p:spPr>
          <a:xfrm xmlns:a="http://schemas.openxmlformats.org/drawingml/2006/main">
            <a:off x="2133600" y="5219700"/>
            <a:ext cx="1809750" cy="361950"/>
          </a:xfrm>
          <a:prstGeom xmlns:a="http://schemas.openxmlformats.org/drawingml/2006/main" prst="roundRect">
            <a:avLst>
              <a:gd name="adj" fmla="val 50000"/>
            </a:avLst>
          </a:prstGeom>
          <a:solidFill xmlns:a="http://schemas.openxmlformats.org/drawingml/2006/main">
            <a:srgbClr val="FAF0D6"/>
          </a:solidFill>
          <a:ln xmlns:a="http://schemas.openxmlformats.org/drawingml/2006/main" w="9525">
            <a:solidFill>
              <a:srgbClr val="E5A528"/>
            </a:solidFill>
            <a:prstDash val="solid"/>
          </a:ln>
        </p:spPr>
      </p:sp>
      <p:sp>
        <p:nvSpPr>
          <p:cNvPr id="59" name="">
            <a:extLst xmlns:a="http://schemas.openxmlformats.org/drawingml/2006/main">
              <a:ext uri="{FF2B5EF4-FFF2-40B4-BE49-F238E27FC236}">
                <a16:creationId xmlns:a16="http://schemas.microsoft.com/office/drawing/2014/main" id="{A5018FFC-A421-490B-99E4-C76DDC7E38B2}"/>
              </a:ext>
            </a:extLst>
          </p:cNvPr>
          <p:cNvSpPr>
            <a:spLocks xmlns:a="http://schemas.openxmlformats.org/drawingml/2006/main" noGrp="1"/>
          </p:cNvSpPr>
          <p:nvPr/>
        </p:nvSpPr>
        <p:spPr>
          <a:xfrm xmlns:a="http://schemas.openxmlformats.org/drawingml/2006/main">
            <a:off x="2133600" y="521970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10253F"/>
                </a:solidFill>
                <a:latin typeface="Arial"/>
                <a:ea typeface="Arial"/>
                <a:cs typeface="Arial"/>
              </a:defRPr>
            </a:pPr>
            <a:r>
              <a:rPr sz="1275" b="1">
                <a:solidFill>
                  <a:srgbClr val="10253F"/>
                </a:solidFill>
                <a:latin typeface="Arial"/>
                <a:ea typeface="Arial"/>
                <a:cs typeface="Arial"/>
              </a:rPr>
              <a:t>CASE DATABASE</a:t>
            </a:r>
          </a:p>
        </p:txBody>
      </p:sp>
      <p:sp>
        <p:nvSpPr>
          <p:cNvPr id="60" name="">
            <a:extLst xmlns:a="http://schemas.openxmlformats.org/drawingml/2006/main">
              <a:ext uri="{FF2B5EF4-FFF2-40B4-BE49-F238E27FC236}">
                <a16:creationId xmlns:a16="http://schemas.microsoft.com/office/drawing/2014/main" id="{3375D9A2-E731-45BA-9C8B-A710502A8ADF}"/>
              </a:ext>
            </a:extLst>
          </p:cNvPr>
          <p:cNvSpPr>
            <a:spLocks xmlns:a="http://schemas.openxmlformats.org/drawingml/2006/main" noGrp="1"/>
          </p:cNvSpPr>
          <p:nvPr/>
        </p:nvSpPr>
        <p:spPr>
          <a:xfrm xmlns:a="http://schemas.openxmlformats.org/drawingml/2006/main">
            <a:off x="4095750" y="52197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8958"/>
          </a:bodyPr>
          <a:lstStyle xmlns:a="http://schemas.openxmlformats.org/drawingml/2006/main"/>
          <a:p xmlns:a="http://schemas.openxmlformats.org/drawingml/2006/main">
            <a:pPr algn="ctr">
              <a:defRPr sz="1200" b="1">
                <a:solidFill>
                  <a:srgbClr val="536273"/>
                </a:solidFill>
                <a:latin typeface="Arial"/>
                <a:ea typeface="Arial"/>
                <a:cs typeface="Arial"/>
              </a:defRPr>
            </a:pPr>
            <a:r>
              <a:rPr sz="1200" b="1">
                <a:solidFill>
                  <a:srgbClr val="536273"/>
                </a:solidFill>
                <a:latin typeface="Arial"/>
                <a:ea typeface="Arial"/>
                <a:cs typeface="Arial"/>
              </a:rPr>
              <a:t>SQLite  |  PostgreSQL-ready</a:t>
            </a:r>
          </a:p>
        </p:txBody>
      </p:sp>
      <p:sp>
        <p:nvSpPr>
          <p:cNvPr id="61" name="">
            <a:extLst xmlns:a="http://schemas.openxmlformats.org/drawingml/2006/main">
              <a:ext uri="{FF2B5EF4-FFF2-40B4-BE49-F238E27FC236}">
                <a16:creationId xmlns:a16="http://schemas.microsoft.com/office/drawing/2014/main" id="{1086FF4A-EB37-443D-B256-F2B7FFEFF299}"/>
              </a:ext>
            </a:extLst>
          </p:cNvPr>
          <p:cNvSpPr>
            <a:spLocks xmlns:a="http://schemas.openxmlformats.org/drawingml/2006/main" noGrp="1"/>
          </p:cNvSpPr>
          <p:nvPr/>
        </p:nvSpPr>
        <p:spPr>
          <a:xfrm xmlns:a="http://schemas.openxmlformats.org/drawingml/2006/main">
            <a:off x="6210300" y="5238750"/>
            <a:ext cx="0" cy="323850"/>
          </a:xfrm>
          <a:prstGeom xmlns:a="http://schemas.openxmlformats.org/drawingml/2006/main" prst="line">
            <a:avLst/>
          </a:prstGeom>
          <a:noFill xmlns:a="http://schemas.openxmlformats.org/drawingml/2006/main"/>
          <a:ln xmlns:a="http://schemas.openxmlformats.org/drawingml/2006/main" w="19050">
            <a:solidFill>
              <a:srgbClr val="D9DED9"/>
            </a:solidFill>
            <a:prstDash val="solid"/>
          </a:ln>
        </p:spPr>
      </p:sp>
      <p:sp>
        <p:nvSpPr>
          <p:cNvPr id="62" name="">
            <a:extLst xmlns:a="http://schemas.openxmlformats.org/drawingml/2006/main">
              <a:ext uri="{FF2B5EF4-FFF2-40B4-BE49-F238E27FC236}">
                <a16:creationId xmlns:a16="http://schemas.microsoft.com/office/drawing/2014/main" id="{42DA8799-72A2-4EB1-87B8-6DF30E936E98}"/>
              </a:ext>
            </a:extLst>
          </p:cNvPr>
          <p:cNvSpPr>
            <a:spLocks xmlns:a="http://schemas.openxmlformats.org/drawingml/2006/main" noGrp="1"/>
          </p:cNvSpPr>
          <p:nvPr/>
        </p:nvSpPr>
        <p:spPr>
          <a:xfrm xmlns:a="http://schemas.openxmlformats.org/drawingml/2006/main">
            <a:off x="6419850" y="521970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159F9A"/>
                </a:solidFill>
                <a:latin typeface="Arial"/>
                <a:ea typeface="Arial"/>
                <a:cs typeface="Arial"/>
              </a:defRPr>
            </a:pPr>
            <a:r>
              <a:rPr sz="1200" b="1">
                <a:solidFill>
                  <a:srgbClr val="159F9A"/>
                </a:solidFill>
                <a:latin typeface="Arial"/>
                <a:ea typeface="Arial"/>
                <a:cs typeface="Arial"/>
              </a:rPr>
              <a:t>GEOLITE2</a:t>
            </a:r>
          </a:p>
        </p:txBody>
      </p:sp>
      <p:sp>
        <p:nvSpPr>
          <p:cNvPr id="63" name="">
            <a:extLst xmlns:a="http://schemas.openxmlformats.org/drawingml/2006/main">
              <a:ext uri="{FF2B5EF4-FFF2-40B4-BE49-F238E27FC236}">
                <a16:creationId xmlns:a16="http://schemas.microsoft.com/office/drawing/2014/main" id="{E71D6347-2A1F-415A-8B02-525076DFF91B}"/>
              </a:ext>
            </a:extLst>
          </p:cNvPr>
          <p:cNvSpPr>
            <a:spLocks xmlns:a="http://schemas.openxmlformats.org/drawingml/2006/main" noGrp="1"/>
          </p:cNvSpPr>
          <p:nvPr/>
        </p:nvSpPr>
        <p:spPr>
          <a:xfrm xmlns:a="http://schemas.openxmlformats.org/drawingml/2006/main">
            <a:off x="7600950" y="5238750"/>
            <a:ext cx="0" cy="323850"/>
          </a:xfrm>
          <a:prstGeom xmlns:a="http://schemas.openxmlformats.org/drawingml/2006/main" prst="line">
            <a:avLst/>
          </a:prstGeom>
          <a:noFill xmlns:a="http://schemas.openxmlformats.org/drawingml/2006/main"/>
          <a:ln xmlns:a="http://schemas.openxmlformats.org/drawingml/2006/main" w="19050">
            <a:solidFill>
              <a:srgbClr val="D9DED9"/>
            </a:solidFill>
            <a:prstDash val="solid"/>
          </a:ln>
        </p:spPr>
      </p:sp>
      <p:sp>
        <p:nvSpPr>
          <p:cNvPr id="64" name="">
            <a:extLst xmlns:a="http://schemas.openxmlformats.org/drawingml/2006/main">
              <a:ext uri="{FF2B5EF4-FFF2-40B4-BE49-F238E27FC236}">
                <a16:creationId xmlns:a16="http://schemas.microsoft.com/office/drawing/2014/main" id="{5DD2517D-8DDF-42FA-A207-FBD8AAA18D73}"/>
              </a:ext>
            </a:extLst>
          </p:cNvPr>
          <p:cNvSpPr>
            <a:spLocks xmlns:a="http://schemas.openxmlformats.org/drawingml/2006/main" noGrp="1"/>
          </p:cNvSpPr>
          <p:nvPr/>
        </p:nvSpPr>
        <p:spPr>
          <a:xfrm xmlns:a="http://schemas.openxmlformats.org/drawingml/2006/main">
            <a:off x="7791450" y="5219700"/>
            <a:ext cx="1504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2C67B1"/>
                </a:solidFill>
                <a:latin typeface="Arial"/>
                <a:ea typeface="Arial"/>
                <a:cs typeface="Arial"/>
              </a:defRPr>
            </a:pPr>
            <a:r>
              <a:rPr sz="825" b="1">
                <a:solidFill>
                  <a:srgbClr val="2C67B1"/>
                </a:solidFill>
                <a:latin typeface="Arial"/>
                <a:ea typeface="Arial"/>
                <a:cs typeface="Arial"/>
              </a:rPr>
              <a:t>VT  •  ABUSEIPDB  •  URLHAUS  •  OTX</a:t>
            </a:r>
          </a:p>
        </p:txBody>
      </p:sp>
      <p:cxnSp>
        <p:nvCxnSpPr>
          <p:cNvPr id="154" name=""/>
          <p:cNvCxnSpPr>
            <a:stCxn xmlns:a="http://schemas.openxmlformats.org/drawingml/2006/main" id="17" idx="2"/>
            <a:endCxn xmlns:a="http://schemas.openxmlformats.org/drawingml/2006/main" id="26" idx="0"/>
          </p:cNvCxnSpPr>
          <p:nvPr/>
        </p:nvCxnSpPr>
        <p:spPr>
          <a:xfrm xmlns:a="http://schemas.openxmlformats.org/drawingml/2006/main">
            <a:off x="5715000" y="2247900"/>
            <a:ext cx="0" cy="171450"/>
          </a:xfrm>
          <a:prstGeom xmlns:a="http://schemas.openxmlformats.org/drawingml/2006/main" prst="straightConnector1">
            <a:avLst/>
          </a:prstGeom>
          <a:ln xmlns:a="http://schemas.openxmlformats.org/drawingml/2006/main" w="28575">
            <a:solidFill>
              <a:srgbClr val="F07D3B"/>
            </a:solidFill>
            <a:prstDash val="solid"/>
            <a:tailEnd type="triangle" w="med" len="med"/>
          </a:ln>
        </p:spPr>
      </p:cxnSp>
      <p:cxnSp>
        <p:nvCxnSpPr>
          <p:cNvPr id="155" name=""/>
          <p:cNvCxnSpPr>
            <a:stCxn xmlns:a="http://schemas.openxmlformats.org/drawingml/2006/main" id="26" idx="2"/>
            <a:endCxn xmlns:a="http://schemas.openxmlformats.org/drawingml/2006/main" id="35" idx="0"/>
          </p:cNvCxnSpPr>
          <p:nvPr/>
        </p:nvCxnSpPr>
        <p:spPr>
          <a:xfrm xmlns:a="http://schemas.openxmlformats.org/drawingml/2006/main">
            <a:off x="5715000" y="3162300"/>
            <a:ext cx="0" cy="171450"/>
          </a:xfrm>
          <a:prstGeom xmlns:a="http://schemas.openxmlformats.org/drawingml/2006/main" prst="straightConnector1">
            <a:avLst/>
          </a:prstGeom>
          <a:ln xmlns:a="http://schemas.openxmlformats.org/drawingml/2006/main" w="28575">
            <a:solidFill>
              <a:srgbClr val="2C67B1"/>
            </a:solidFill>
            <a:prstDash val="solid"/>
            <a:tailEnd type="triangle" w="med" len="med"/>
          </a:ln>
        </p:spPr>
      </p:cxnSp>
      <p:cxnSp>
        <p:nvCxnSpPr>
          <p:cNvPr id="156" name=""/>
          <p:cNvCxnSpPr>
            <a:stCxn xmlns:a="http://schemas.openxmlformats.org/drawingml/2006/main" id="57" idx="0"/>
            <a:endCxn xmlns:a="http://schemas.openxmlformats.org/drawingml/2006/main" id="35" idx="2"/>
          </p:cNvCxnSpPr>
          <p:nvPr/>
        </p:nvCxnSpPr>
        <p:spPr>
          <a:xfrm xmlns:a="http://schemas.openxmlformats.org/drawingml/2006/main" flipV="1">
            <a:off x="5715000" y="4895850"/>
            <a:ext cx="0" cy="171450"/>
          </a:xfrm>
          <a:prstGeom xmlns:a="http://schemas.openxmlformats.org/drawingml/2006/main" prst="straightConnector1">
            <a:avLst/>
          </a:prstGeom>
          <a:ln xmlns:a="http://schemas.openxmlformats.org/drawingml/2006/main" w="28575">
            <a:solidFill>
              <a:srgbClr val="E5A528"/>
            </a:solidFill>
            <a:prstDash val="solid"/>
            <a:tailEnd type="triangle" w="med" len="med"/>
          </a:ln>
        </p:spPr>
      </p:cxnSp>
      <p:sp>
        <p:nvSpPr>
          <p:cNvPr id="68" name="">
            <a:extLst xmlns:a="http://schemas.openxmlformats.org/drawingml/2006/main">
              <a:ext uri="{FF2B5EF4-FFF2-40B4-BE49-F238E27FC236}">
                <a16:creationId xmlns:a16="http://schemas.microsoft.com/office/drawing/2014/main" id="{48942004-5F3F-457F-96C0-47AF9C824B6F}"/>
              </a:ext>
            </a:extLst>
          </p:cNvPr>
          <p:cNvSpPr>
            <a:spLocks xmlns:a="http://schemas.openxmlformats.org/drawingml/2006/main" noGrp="1"/>
          </p:cNvSpPr>
          <p:nvPr/>
        </p:nvSpPr>
        <p:spPr>
          <a:xfrm xmlns:a="http://schemas.openxmlformats.org/drawingml/2006/main">
            <a:off x="9810750" y="1657350"/>
            <a:ext cx="1828800" cy="40767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9DED9"/>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69" name="">
            <a:extLst xmlns:a="http://schemas.openxmlformats.org/drawingml/2006/main">
              <a:ext uri="{FF2B5EF4-FFF2-40B4-BE49-F238E27FC236}">
                <a16:creationId xmlns:a16="http://schemas.microsoft.com/office/drawing/2014/main" id="{B1D8F2F1-6E84-45F5-9B0E-57D9094242A6}"/>
              </a:ext>
            </a:extLst>
          </p:cNvPr>
          <p:cNvSpPr>
            <a:spLocks xmlns:a="http://schemas.openxmlformats.org/drawingml/2006/main" noGrp="1"/>
          </p:cNvSpPr>
          <p:nvPr/>
        </p:nvSpPr>
        <p:spPr>
          <a:xfrm xmlns:a="http://schemas.openxmlformats.org/drawingml/2006/main">
            <a:off x="10001250" y="1838325"/>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9103"/>
          </a:bodyPr>
          <a:lstStyle xmlns:a="http://schemas.openxmlformats.org/drawingml/2006/main"/>
          <a:p xmlns:a="http://schemas.openxmlformats.org/drawingml/2006/main">
            <a:pPr algn="ctr">
              <a:defRPr sz="1350" b="1">
                <a:solidFill>
                  <a:srgbClr val="10253F"/>
                </a:solidFill>
                <a:latin typeface="Arial"/>
                <a:ea typeface="Arial"/>
                <a:cs typeface="Arial"/>
              </a:defRPr>
            </a:pPr>
            <a:r>
              <a:rPr sz="1350" b="1">
                <a:solidFill>
                  <a:srgbClr val="10253F"/>
                </a:solidFill>
                <a:latin typeface="Arial"/>
                <a:ea typeface="Arial"/>
                <a:cs typeface="Arial"/>
              </a:rPr>
              <a:t>EVIDENCE OUTPUT</a:t>
            </a:r>
          </a:p>
        </p:txBody>
      </p:sp>
      <p:sp>
        <p:nvSpPr>
          <p:cNvPr id="70" name="">
            <a:extLst xmlns:a="http://schemas.openxmlformats.org/drawingml/2006/main">
              <a:ext uri="{FF2B5EF4-FFF2-40B4-BE49-F238E27FC236}">
                <a16:creationId xmlns:a16="http://schemas.microsoft.com/office/drawing/2014/main" id="{AEA48BC6-942C-488D-9961-0B0F346C1372}"/>
              </a:ext>
            </a:extLst>
          </p:cNvPr>
          <p:cNvSpPr>
            <a:spLocks xmlns:a="http://schemas.openxmlformats.org/drawingml/2006/main" noGrp="1"/>
          </p:cNvSpPr>
          <p:nvPr/>
        </p:nvSpPr>
        <p:spPr>
          <a:xfrm xmlns:a="http://schemas.openxmlformats.org/drawingml/2006/main">
            <a:off x="10020300" y="2238375"/>
            <a:ext cx="1409700" cy="0"/>
          </a:xfrm>
          <a:prstGeom xmlns:a="http://schemas.openxmlformats.org/drawingml/2006/main" prst="line">
            <a:avLst/>
          </a:prstGeom>
          <a:noFill xmlns:a="http://schemas.openxmlformats.org/drawingml/2006/main"/>
          <a:ln xmlns:a="http://schemas.openxmlformats.org/drawingml/2006/main" w="9525">
            <a:solidFill>
              <a:srgbClr val="D9DED9"/>
            </a:solidFill>
            <a:prstDash val="solid"/>
          </a:ln>
        </p:spPr>
      </p:sp>
      <p:sp>
        <p:nvSpPr>
          <p:cNvPr id="71" name="">
            <a:extLst xmlns:a="http://schemas.openxmlformats.org/drawingml/2006/main">
              <a:ext uri="{FF2B5EF4-FFF2-40B4-BE49-F238E27FC236}">
                <a16:creationId xmlns:a16="http://schemas.microsoft.com/office/drawing/2014/main" id="{C3301DDC-1B3A-4F31-A609-2B884B269B03}"/>
              </a:ext>
            </a:extLst>
          </p:cNvPr>
          <p:cNvSpPr>
            <a:spLocks xmlns:a="http://schemas.openxmlformats.org/drawingml/2006/main" noGrp="1"/>
          </p:cNvSpPr>
          <p:nvPr/>
        </p:nvSpPr>
        <p:spPr>
          <a:xfrm xmlns:a="http://schemas.openxmlformats.org/drawingml/2006/main">
            <a:off x="10020300" y="2514600"/>
            <a:ext cx="104775" cy="104775"/>
          </a:xfrm>
          <a:prstGeom xmlns:a="http://schemas.openxmlformats.org/drawingml/2006/main" prst="ellipse">
            <a:avLst/>
          </a:prstGeom>
          <a:solidFill xmlns:a="http://schemas.openxmlformats.org/drawingml/2006/main">
            <a:srgbClr val="F07D3B"/>
          </a:solidFill>
          <a:ln xmlns:a="http://schemas.openxmlformats.org/drawingml/2006/main" w="0">
            <a:solidFill>
              <a:srgbClr val="F07D3B"/>
            </a:solidFill>
            <a:prstDash val="solid"/>
          </a:ln>
        </p:spPr>
      </p:sp>
      <p:sp>
        <p:nvSpPr>
          <p:cNvPr id="72" name="">
            <a:extLst xmlns:a="http://schemas.openxmlformats.org/drawingml/2006/main">
              <a:ext uri="{FF2B5EF4-FFF2-40B4-BE49-F238E27FC236}">
                <a16:creationId xmlns:a16="http://schemas.microsoft.com/office/drawing/2014/main" id="{A8ECF59B-4DA7-4FC6-B149-E783234ED967}"/>
              </a:ext>
            </a:extLst>
          </p:cNvPr>
          <p:cNvSpPr>
            <a:spLocks xmlns:a="http://schemas.openxmlformats.org/drawingml/2006/main" noGrp="1"/>
          </p:cNvSpPr>
          <p:nvPr/>
        </p:nvSpPr>
        <p:spPr>
          <a:xfrm xmlns:a="http://schemas.openxmlformats.org/drawingml/2006/main">
            <a:off x="10229850" y="24288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4103"/>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RISK + CONFIDENCE</a:t>
            </a:r>
          </a:p>
        </p:txBody>
      </p:sp>
      <p:sp>
        <p:nvSpPr>
          <p:cNvPr id="73" name="">
            <a:extLst xmlns:a="http://schemas.openxmlformats.org/drawingml/2006/main">
              <a:ext uri="{FF2B5EF4-FFF2-40B4-BE49-F238E27FC236}">
                <a16:creationId xmlns:a16="http://schemas.microsoft.com/office/drawing/2014/main" id="{F83B9264-B4E5-4E6E-B6D3-FB845E88B25F}"/>
              </a:ext>
            </a:extLst>
          </p:cNvPr>
          <p:cNvSpPr>
            <a:spLocks xmlns:a="http://schemas.openxmlformats.org/drawingml/2006/main" noGrp="1"/>
          </p:cNvSpPr>
          <p:nvPr/>
        </p:nvSpPr>
        <p:spPr>
          <a:xfrm xmlns:a="http://schemas.openxmlformats.org/drawingml/2006/main">
            <a:off x="10229850" y="26670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Separate measures</a:t>
            </a:r>
          </a:p>
        </p:txBody>
      </p:sp>
      <p:sp>
        <p:nvSpPr>
          <p:cNvPr id="74" name="">
            <a:extLst xmlns:a="http://schemas.openxmlformats.org/drawingml/2006/main">
              <a:ext uri="{FF2B5EF4-FFF2-40B4-BE49-F238E27FC236}">
                <a16:creationId xmlns:a16="http://schemas.microsoft.com/office/drawing/2014/main" id="{CB5EE29B-C59A-4FE9-AFEF-41B03750590E}"/>
              </a:ext>
            </a:extLst>
          </p:cNvPr>
          <p:cNvSpPr>
            <a:spLocks xmlns:a="http://schemas.openxmlformats.org/drawingml/2006/main" noGrp="1"/>
          </p:cNvSpPr>
          <p:nvPr/>
        </p:nvSpPr>
        <p:spPr>
          <a:xfrm xmlns:a="http://schemas.openxmlformats.org/drawingml/2006/main">
            <a:off x="10020300" y="3124200"/>
            <a:ext cx="104775" cy="104775"/>
          </a:xfrm>
          <a:prstGeom xmlns:a="http://schemas.openxmlformats.org/drawingml/2006/main" prst="ellipse">
            <a:avLst/>
          </a:prstGeom>
          <a:solidFill xmlns:a="http://schemas.openxmlformats.org/drawingml/2006/main">
            <a:srgbClr val="159F9A"/>
          </a:solidFill>
          <a:ln xmlns:a="http://schemas.openxmlformats.org/drawingml/2006/main" w="0">
            <a:solidFill>
              <a:srgbClr val="159F9A"/>
            </a:solidFill>
            <a:prstDash val="solid"/>
          </a:ln>
        </p:spPr>
      </p:sp>
      <p:sp>
        <p:nvSpPr>
          <p:cNvPr id="75" name="">
            <a:extLst xmlns:a="http://schemas.openxmlformats.org/drawingml/2006/main">
              <a:ext uri="{FF2B5EF4-FFF2-40B4-BE49-F238E27FC236}">
                <a16:creationId xmlns:a16="http://schemas.microsoft.com/office/drawing/2014/main" id="{35522EE8-63A9-4D99-AA84-C096C1268CD7}"/>
              </a:ext>
            </a:extLst>
          </p:cNvPr>
          <p:cNvSpPr>
            <a:spLocks xmlns:a="http://schemas.openxmlformats.org/drawingml/2006/main" noGrp="1"/>
          </p:cNvSpPr>
          <p:nvPr/>
        </p:nvSpPr>
        <p:spPr>
          <a:xfrm xmlns:a="http://schemas.openxmlformats.org/drawingml/2006/main">
            <a:off x="10229850" y="30384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IOC + CAMPAIGN</a:t>
            </a:r>
          </a:p>
        </p:txBody>
      </p:sp>
      <p:sp>
        <p:nvSpPr>
          <p:cNvPr id="76" name="">
            <a:extLst xmlns:a="http://schemas.openxmlformats.org/drawingml/2006/main">
              <a:ext uri="{FF2B5EF4-FFF2-40B4-BE49-F238E27FC236}">
                <a16:creationId xmlns:a16="http://schemas.microsoft.com/office/drawing/2014/main" id="{8D10DE61-2853-41EA-A160-D91904C143D3}"/>
              </a:ext>
            </a:extLst>
          </p:cNvPr>
          <p:cNvSpPr>
            <a:spLocks xmlns:a="http://schemas.openxmlformats.org/drawingml/2006/main" noGrp="1"/>
          </p:cNvSpPr>
          <p:nvPr/>
        </p:nvSpPr>
        <p:spPr>
          <a:xfrm xmlns:a="http://schemas.openxmlformats.org/drawingml/2006/main">
            <a:off x="10229850" y="32766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Linked indicators</a:t>
            </a:r>
          </a:p>
        </p:txBody>
      </p:sp>
      <p:sp>
        <p:nvSpPr>
          <p:cNvPr id="77" name="">
            <a:extLst xmlns:a="http://schemas.openxmlformats.org/drawingml/2006/main">
              <a:ext uri="{FF2B5EF4-FFF2-40B4-BE49-F238E27FC236}">
                <a16:creationId xmlns:a16="http://schemas.microsoft.com/office/drawing/2014/main" id="{C0164444-A465-4D38-A5EE-6EC4B371A6A2}"/>
              </a:ext>
            </a:extLst>
          </p:cNvPr>
          <p:cNvSpPr>
            <a:spLocks xmlns:a="http://schemas.openxmlformats.org/drawingml/2006/main" noGrp="1"/>
          </p:cNvSpPr>
          <p:nvPr/>
        </p:nvSpPr>
        <p:spPr>
          <a:xfrm xmlns:a="http://schemas.openxmlformats.org/drawingml/2006/main">
            <a:off x="10020300" y="3733800"/>
            <a:ext cx="104775" cy="104775"/>
          </a:xfrm>
          <a:prstGeom xmlns:a="http://schemas.openxmlformats.org/drawingml/2006/main" prst="ellipse">
            <a:avLst/>
          </a:prstGeom>
          <a:solidFill xmlns:a="http://schemas.openxmlformats.org/drawingml/2006/main">
            <a:srgbClr val="2C67B1"/>
          </a:solidFill>
          <a:ln xmlns:a="http://schemas.openxmlformats.org/drawingml/2006/main" w="0">
            <a:solidFill>
              <a:srgbClr val="2C67B1"/>
            </a:solidFill>
            <a:prstDash val="solid"/>
          </a:ln>
        </p:spPr>
      </p:sp>
      <p:sp>
        <p:nvSpPr>
          <p:cNvPr id="78" name="">
            <a:extLst xmlns:a="http://schemas.openxmlformats.org/drawingml/2006/main">
              <a:ext uri="{FF2B5EF4-FFF2-40B4-BE49-F238E27FC236}">
                <a16:creationId xmlns:a16="http://schemas.microsoft.com/office/drawing/2014/main" id="{D8139974-638D-433D-9698-4D26F6A3298F}"/>
              </a:ext>
            </a:extLst>
          </p:cNvPr>
          <p:cNvSpPr>
            <a:spLocks xmlns:a="http://schemas.openxmlformats.org/drawingml/2006/main" noGrp="1"/>
          </p:cNvSpPr>
          <p:nvPr/>
        </p:nvSpPr>
        <p:spPr>
          <a:xfrm xmlns:a="http://schemas.openxmlformats.org/drawingml/2006/main">
            <a:off x="10229850" y="36480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GRAPH + MAP</a:t>
            </a:r>
          </a:p>
        </p:txBody>
      </p:sp>
      <p:sp>
        <p:nvSpPr>
          <p:cNvPr id="79" name="">
            <a:extLst xmlns:a="http://schemas.openxmlformats.org/drawingml/2006/main">
              <a:ext uri="{FF2B5EF4-FFF2-40B4-BE49-F238E27FC236}">
                <a16:creationId xmlns:a16="http://schemas.microsoft.com/office/drawing/2014/main" id="{12EAF8BE-82BC-4CC6-90FB-CFC4745E21DB}"/>
              </a:ext>
            </a:extLst>
          </p:cNvPr>
          <p:cNvSpPr>
            <a:spLocks xmlns:a="http://schemas.openxmlformats.org/drawingml/2006/main" noGrp="1"/>
          </p:cNvSpPr>
          <p:nvPr/>
        </p:nvSpPr>
        <p:spPr>
          <a:xfrm xmlns:a="http://schemas.openxmlformats.org/drawingml/2006/main">
            <a:off x="10229850" y="38862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Observed infrastructure</a:t>
            </a:r>
          </a:p>
        </p:txBody>
      </p:sp>
      <p:sp>
        <p:nvSpPr>
          <p:cNvPr id="80" name="">
            <a:extLst xmlns:a="http://schemas.openxmlformats.org/drawingml/2006/main">
              <a:ext uri="{FF2B5EF4-FFF2-40B4-BE49-F238E27FC236}">
                <a16:creationId xmlns:a16="http://schemas.microsoft.com/office/drawing/2014/main" id="{BAC63528-6A42-41F8-A491-030CB218BDA2}"/>
              </a:ext>
            </a:extLst>
          </p:cNvPr>
          <p:cNvSpPr>
            <a:spLocks xmlns:a="http://schemas.openxmlformats.org/drawingml/2006/main" noGrp="1"/>
          </p:cNvSpPr>
          <p:nvPr/>
        </p:nvSpPr>
        <p:spPr>
          <a:xfrm xmlns:a="http://schemas.openxmlformats.org/drawingml/2006/main">
            <a:off x="10020300" y="4343400"/>
            <a:ext cx="104775" cy="104775"/>
          </a:xfrm>
          <a:prstGeom xmlns:a="http://schemas.openxmlformats.org/drawingml/2006/main" prst="ellipse">
            <a:avLst/>
          </a:prstGeom>
          <a:solidFill xmlns:a="http://schemas.openxmlformats.org/drawingml/2006/main">
            <a:srgbClr val="E5A528"/>
          </a:solidFill>
          <a:ln xmlns:a="http://schemas.openxmlformats.org/drawingml/2006/main" w="0">
            <a:solidFill>
              <a:srgbClr val="E5A528"/>
            </a:solidFill>
            <a:prstDash val="solid"/>
          </a:ln>
        </p:spPr>
      </p:sp>
      <p:sp>
        <p:nvSpPr>
          <p:cNvPr id="81" name="">
            <a:extLst xmlns:a="http://schemas.openxmlformats.org/drawingml/2006/main">
              <a:ext uri="{FF2B5EF4-FFF2-40B4-BE49-F238E27FC236}">
                <a16:creationId xmlns:a16="http://schemas.microsoft.com/office/drawing/2014/main" id="{7C1A8739-9930-44FF-9140-79AF42E927C3}"/>
              </a:ext>
            </a:extLst>
          </p:cNvPr>
          <p:cNvSpPr>
            <a:spLocks xmlns:a="http://schemas.openxmlformats.org/drawingml/2006/main" noGrp="1"/>
          </p:cNvSpPr>
          <p:nvPr/>
        </p:nvSpPr>
        <p:spPr>
          <a:xfrm xmlns:a="http://schemas.openxmlformats.org/drawingml/2006/main">
            <a:off x="10229850" y="42576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2-PAGE REPORT</a:t>
            </a:r>
          </a:p>
        </p:txBody>
      </p:sp>
      <p:sp>
        <p:nvSpPr>
          <p:cNvPr id="82" name="">
            <a:extLst xmlns:a="http://schemas.openxmlformats.org/drawingml/2006/main">
              <a:ext uri="{FF2B5EF4-FFF2-40B4-BE49-F238E27FC236}">
                <a16:creationId xmlns:a16="http://schemas.microsoft.com/office/drawing/2014/main" id="{AA901DBA-7786-4D9F-85CC-164C1758FBA1}"/>
              </a:ext>
            </a:extLst>
          </p:cNvPr>
          <p:cNvSpPr>
            <a:spLocks xmlns:a="http://schemas.openxmlformats.org/drawingml/2006/main" noGrp="1"/>
          </p:cNvSpPr>
          <p:nvPr/>
        </p:nvSpPr>
        <p:spPr>
          <a:xfrm xmlns:a="http://schemas.openxmlformats.org/drawingml/2006/main">
            <a:off x="10229850" y="44958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Evidence and limits</a:t>
            </a:r>
          </a:p>
        </p:txBody>
      </p:sp>
      <p:sp>
        <p:nvSpPr>
          <p:cNvPr id="83" name="">
            <a:extLst xmlns:a="http://schemas.openxmlformats.org/drawingml/2006/main">
              <a:ext uri="{FF2B5EF4-FFF2-40B4-BE49-F238E27FC236}">
                <a16:creationId xmlns:a16="http://schemas.microsoft.com/office/drawing/2014/main" id="{B31CD8DA-01A7-4959-8A2D-1149E575854E}"/>
              </a:ext>
            </a:extLst>
          </p:cNvPr>
          <p:cNvSpPr>
            <a:spLocks xmlns:a="http://schemas.openxmlformats.org/drawingml/2006/main" noGrp="1"/>
          </p:cNvSpPr>
          <p:nvPr/>
        </p:nvSpPr>
        <p:spPr>
          <a:xfrm xmlns:a="http://schemas.openxmlformats.org/drawingml/2006/main">
            <a:off x="10020300" y="4953000"/>
            <a:ext cx="104775" cy="104775"/>
          </a:xfrm>
          <a:prstGeom xmlns:a="http://schemas.openxmlformats.org/drawingml/2006/main" prst="ellipse">
            <a:avLst/>
          </a:prstGeom>
          <a:solidFill xmlns:a="http://schemas.openxmlformats.org/drawingml/2006/main">
            <a:srgbClr val="41A36B"/>
          </a:solidFill>
          <a:ln xmlns:a="http://schemas.openxmlformats.org/drawingml/2006/main" w="0">
            <a:solidFill>
              <a:srgbClr val="41A36B"/>
            </a:solidFill>
            <a:prstDash val="solid"/>
          </a:ln>
        </p:spPr>
      </p:sp>
      <p:sp>
        <p:nvSpPr>
          <p:cNvPr id="84" name="">
            <a:extLst xmlns:a="http://schemas.openxmlformats.org/drawingml/2006/main">
              <a:ext uri="{FF2B5EF4-FFF2-40B4-BE49-F238E27FC236}">
                <a16:creationId xmlns:a16="http://schemas.microsoft.com/office/drawing/2014/main" id="{F5D1FF3C-796D-4EA5-B169-FAD7CA3F7530}"/>
              </a:ext>
            </a:extLst>
          </p:cNvPr>
          <p:cNvSpPr>
            <a:spLocks xmlns:a="http://schemas.openxmlformats.org/drawingml/2006/main" noGrp="1"/>
          </p:cNvSpPr>
          <p:nvPr/>
        </p:nvSpPr>
        <p:spPr>
          <a:xfrm xmlns:a="http://schemas.openxmlformats.org/drawingml/2006/main">
            <a:off x="10229850" y="4867275"/>
            <a:ext cx="1219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0253F"/>
                </a:solidFill>
                <a:latin typeface="Arial"/>
                <a:ea typeface="Arial"/>
                <a:cs typeface="Arial"/>
              </a:defRPr>
            </a:pPr>
            <a:r>
              <a:rPr sz="1125" b="1">
                <a:solidFill>
                  <a:srgbClr val="10253F"/>
                </a:solidFill>
                <a:latin typeface="Arial"/>
                <a:ea typeface="Arial"/>
                <a:cs typeface="Arial"/>
              </a:rPr>
              <a:t>CASE HISTORY</a:t>
            </a:r>
          </a:p>
        </p:txBody>
      </p:sp>
      <p:sp>
        <p:nvSpPr>
          <p:cNvPr id="85" name="">
            <a:extLst xmlns:a="http://schemas.openxmlformats.org/drawingml/2006/main">
              <a:ext uri="{FF2B5EF4-FFF2-40B4-BE49-F238E27FC236}">
                <a16:creationId xmlns:a16="http://schemas.microsoft.com/office/drawing/2014/main" id="{031A0838-A40B-4ECB-8F3F-7F7E68BFB82E}"/>
              </a:ext>
            </a:extLst>
          </p:cNvPr>
          <p:cNvSpPr>
            <a:spLocks xmlns:a="http://schemas.openxmlformats.org/drawingml/2006/main" noGrp="1"/>
          </p:cNvSpPr>
          <p:nvPr/>
        </p:nvSpPr>
        <p:spPr>
          <a:xfrm xmlns:a="http://schemas.openxmlformats.org/drawingml/2006/main">
            <a:off x="10229850" y="510540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36273"/>
                </a:solidFill>
                <a:latin typeface="Arial"/>
                <a:ea typeface="Arial"/>
                <a:cs typeface="Arial"/>
              </a:defRPr>
            </a:pPr>
            <a:r>
              <a:rPr sz="900" b="0">
                <a:solidFill>
                  <a:srgbClr val="536273"/>
                </a:solidFill>
                <a:latin typeface="Arial"/>
                <a:ea typeface="Arial"/>
                <a:cs typeface="Arial"/>
              </a:rPr>
              <a:t>Private session record</a:t>
            </a:r>
          </a:p>
        </p:txBody>
      </p:sp>
      <p:cxnSp>
        <p:nvCxnSpPr>
          <p:cNvPr id="175" name=""/>
          <p:cNvCxnSpPr>
            <a:stCxn xmlns:a="http://schemas.openxmlformats.org/drawingml/2006/main" id="50" idx="6"/>
            <a:endCxn xmlns:a="http://schemas.openxmlformats.org/drawingml/2006/main" id="68" idx="1"/>
          </p:cNvCxnSpPr>
          <p:nvPr/>
        </p:nvCxnSpPr>
        <p:spPr>
          <a:xfrm xmlns:a="http://schemas.openxmlformats.org/drawingml/2006/main" flipV="1">
            <a:off x="9296400" y="3695700"/>
            <a:ext cx="514350" cy="600075"/>
          </a:xfrm>
          <a:prstGeom xmlns:a="http://schemas.openxmlformats.org/drawingml/2006/main" prst="straightConnector1">
            <a:avLst/>
          </a:prstGeom>
          <a:ln xmlns:a="http://schemas.openxmlformats.org/drawingml/2006/main" w="28575">
            <a:solidFill>
              <a:srgbClr val="F07D3B"/>
            </a:solidFill>
            <a:prstDash val="solid"/>
            <a:tailEnd type="triangle" w="med" len="med"/>
          </a:ln>
        </p:spPr>
      </p:cxnSp>
      <p:sp>
        <p:nvSpPr>
          <p:cNvPr id="87" name="">
            <a:extLst xmlns:a="http://schemas.openxmlformats.org/drawingml/2006/main">
              <a:ext uri="{FF2B5EF4-FFF2-40B4-BE49-F238E27FC236}">
                <a16:creationId xmlns:a16="http://schemas.microsoft.com/office/drawing/2014/main" id="{C8569B6D-C826-4109-A9B6-B3FEF08279A1}"/>
              </a:ext>
            </a:extLst>
          </p:cNvPr>
          <p:cNvSpPr>
            <a:spLocks xmlns:a="http://schemas.openxmlformats.org/drawingml/2006/main" noGrp="1"/>
          </p:cNvSpPr>
          <p:nvPr/>
        </p:nvSpPr>
        <p:spPr>
          <a:xfrm xmlns:a="http://schemas.openxmlformats.org/drawingml/2006/main">
            <a:off x="571500" y="6200775"/>
            <a:ext cx="4610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0">
                <a:solidFill>
                  <a:srgbClr val="536273"/>
                </a:solidFill>
                <a:latin typeface="Arial"/>
                <a:ea typeface="Arial"/>
                <a:cs typeface="Arial"/>
              </a:defRPr>
            </a:pPr>
            <a:r>
              <a:rPr sz="1050" b="0">
                <a:solidFill>
                  <a:srgbClr val="536273"/>
                </a:solidFill>
                <a:latin typeface="Arial"/>
                <a:ea typeface="Arial"/>
                <a:cs typeface="Arial"/>
              </a:rPr>
              <a:t>Missing evidence lowers coverage and never creates risk points</a:t>
            </a:r>
          </a:p>
        </p:txBody>
      </p:sp>
      <p:sp>
        <p:nvSpPr>
          <p:cNvPr id="88" name="">
            <a:extLst xmlns:a="http://schemas.openxmlformats.org/drawingml/2006/main">
              <a:ext uri="{FF2B5EF4-FFF2-40B4-BE49-F238E27FC236}">
                <a16:creationId xmlns:a16="http://schemas.microsoft.com/office/drawing/2014/main" id="{967F5B15-A847-4F93-9BFA-7BF94EEC1900}"/>
              </a:ext>
            </a:extLst>
          </p:cNvPr>
          <p:cNvSpPr>
            <a:spLocks xmlns:a="http://schemas.openxmlformats.org/drawingml/2006/main" noGrp="1"/>
          </p:cNvSpPr>
          <p:nvPr/>
        </p:nvSpPr>
        <p:spPr>
          <a:xfrm xmlns:a="http://schemas.openxmlformats.org/drawingml/2006/main">
            <a:off x="5467350" y="6200775"/>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0">
                <a:solidFill>
                  <a:srgbClr val="536273"/>
                </a:solidFill>
                <a:latin typeface="Arial"/>
                <a:ea typeface="Arial"/>
                <a:cs typeface="Arial"/>
              </a:defRPr>
            </a:pPr>
            <a:r>
              <a:rPr sz="1050" b="0">
                <a:solidFill>
                  <a:srgbClr val="536273"/>
                </a:solidFill>
                <a:latin typeface="Arial"/>
                <a:ea typeface="Arial"/>
                <a:cs typeface="Arial"/>
              </a:rPr>
              <a:t>Attachments never execute</a:t>
            </a:r>
          </a:p>
        </p:txBody>
      </p:sp>
      <p:sp>
        <p:nvSpPr>
          <p:cNvPr id="89" name="">
            <a:extLst xmlns:a="http://schemas.openxmlformats.org/drawingml/2006/main">
              <a:ext uri="{FF2B5EF4-FFF2-40B4-BE49-F238E27FC236}">
                <a16:creationId xmlns:a16="http://schemas.microsoft.com/office/drawing/2014/main" id="{38AD09D8-2E0C-4BF6-B066-6A8527F09B28}"/>
              </a:ext>
            </a:extLst>
          </p:cNvPr>
          <p:cNvSpPr>
            <a:spLocks xmlns:a="http://schemas.openxmlformats.org/drawingml/2006/main" noGrp="1"/>
          </p:cNvSpPr>
          <p:nvPr/>
        </p:nvSpPr>
        <p:spPr>
          <a:xfrm xmlns:a="http://schemas.openxmlformats.org/drawingml/2006/main">
            <a:off x="8477250" y="62007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050" b="0">
                <a:solidFill>
                  <a:srgbClr val="536273"/>
                </a:solidFill>
                <a:latin typeface="Arial"/>
                <a:ea typeface="Arial"/>
                <a:cs typeface="Arial"/>
              </a:defRPr>
            </a:pPr>
            <a:r>
              <a:rPr sz="1050" b="0">
                <a:solidFill>
                  <a:srgbClr val="536273"/>
                </a:solidFill>
                <a:latin typeface="Arial"/>
                <a:ea typeface="Arial"/>
                <a:cs typeface="Arial"/>
              </a:rPr>
              <a:t>Location means observed infrastructure</a:t>
            </a:r>
          </a:p>
        </p:txBody>
      </p:sp>
    </p:spTree>
    <p:extLst>
      <p:ext uri="{BB962C8B-B14F-4D97-AF65-F5344CB8AC3E}">
        <p14:creationId xmlns:p14="http://schemas.microsoft.com/office/powerpoint/2010/main" val="10173363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2026-09-16T07:19:27.6100000Z</dcterms:created>
  <dcterms:modified xsi:type="dcterms:W3CDTF">2026-09-16T07:19:27.6100000Z</dcterms:modified>
</coreProperties>
</file>