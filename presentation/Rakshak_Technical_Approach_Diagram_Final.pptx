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c8de76c6c34d64" /><Relationship Type="http://schemas.openxmlformats.org/officeDocument/2006/relationships/extended-properties" Target="/docProps/app.xml" Id="Rabfc4a419b7444d9" /><Relationship Type="http://schemas.openxmlformats.org/officeDocument/2006/relationships/officeDocument" Target="/ppt/presentation.xml" Id="Rd43712bc4e32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bb3c1238e4278"/>
  </p:sldMasterIdLst>
  <p:notesMasterIdLst>
    <p:notesMasterId xmlns:r="http://schemas.openxmlformats.org/officeDocument/2006/relationships" r:id="R7bb304977fc84016"/>
  </p:notesMasterIdLst>
  <p:sldIdLst>
    <p:sldId xmlns:r="http://schemas.openxmlformats.org/officeDocument/2006/relationships" id="256" r:id="R21ec196a8bda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59928293749b5" /><Relationship Type="http://schemas.openxmlformats.org/officeDocument/2006/relationships/slideMaster" Target="/ppt/slideMasters/slideMaster1.xml" Id="R224bb3c1238e4278" /><Relationship Type="http://schemas.openxmlformats.org/officeDocument/2006/relationships/notesMaster" Target="/ppt/notesMasters/notesMaster1.xml" Id="R7bb304977fc84016" /><Relationship Type="http://schemas.openxmlformats.org/officeDocument/2006/relationships/presProps" Target="/ppt/presProps.xml" Id="R0a65b79f1bf94989" /><Relationship Type="http://schemas.openxmlformats.org/officeDocument/2006/relationships/tableStyles" Target="/ppt/tableStyles.xml" Id="R961d12065711440f" /><Relationship Type="http://schemas.openxmlformats.org/officeDocument/2006/relationships/slide" Target="/ppt/slides/slide1.xml" Id="R21ec196a8bda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d639b3910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7457c67fa4c40" /><Relationship Type="http://schemas.openxmlformats.org/officeDocument/2006/relationships/notesMaster" Target="/ppt/notesMasters/notesMaster1.xml" Id="Rb214744c33ee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Rakshak prototype as of 16 September 2026. Sources: project MODEL_CARD.md, README.md, backend analysis pipeline, and the user-provided technical-approach reference image. The diagram intentionally excludes automatic blocking, quarantine, attribution, and automated retraining because the public website does not perform those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8fbdd1a0e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6e5ccbc487454f" /><Relationship Type="http://schemas.openxmlformats.org/officeDocument/2006/relationships/slideLayout" Target="/ppt/slideLayouts/slideLayout1.xml" Id="R990903d8ef82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903d8ef82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dccfa48d549e5" /><Relationship Type="http://schemas.openxmlformats.org/officeDocument/2006/relationships/notesSlide" Target="/ppt/notesSlides/notesSlide1.xml" Id="R2af76da6cc644c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DA0685-466D-45B1-ACAB-04CF09E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>
              <a:alpha val="7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1C82F-6622-4CCC-8784-BA06514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4953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>
              <a:alpha val="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81B6C-31BF-47EA-BC6F-09C6827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6667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80490-8024-4D0C-A26B-0ED3C84C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7372-266C-4434-81F9-815D87B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905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 uploaded email to explainable forensic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42DB-DEAF-4DA2-813E-A7D38E3F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7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LOCAL ANALYSIS  •  EVIDENCE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F855-CD41-411B-B486-B004661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19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29C4-8F5D-46A9-AE7C-DE4773C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D29FC-8CF6-4E4B-B1D7-DFD9273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812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SECURE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49CCB-C03C-48C3-BDF9-7D38AC1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Upload .eml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1D16C-4A0A-4D9C-B7CD-D3084F1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 type, MIME, size and filename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C7E2C-753B-466F-A733-C0F85853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2457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9BB78-D4B7-44B1-9A46-360CDAA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D589F-D988-4C41-9851-BBFBF68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287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6019C-7C5B-4663-860B-49067A60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1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Parse without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635B8-A4CF-455B-81FC-57F3E570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4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3EB1E-456B-466F-8E00-54E24A3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Headers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0D8DE-5EBF-4013-9382-D20D3739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From, To, Reply-To,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28092-C065-4ADA-A08A-BFB4372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782B4-3558-439F-BECD-74CF701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3842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56FFE-9F9F-4DB0-BE2C-87C8BC6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Plain text and sanitized 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649D6-11FE-4A9C-8FB0-DC5B6153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4B47A-E482-4637-9443-62A556B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9560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Indicators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1B02F-033F-489D-9DCF-35EF157C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URLs, domains and public 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55A87-EE32-4FB5-AECC-1BC726FC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6B542-90AB-4775-80F4-6D390BE0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27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0EA09-53F9-45A9-B5E0-B72D7356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527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Metadata, MIME and bytes for hashing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C3909-BD75-414C-AA20-7C18041F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40005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4DD69-F1F6-4067-8B62-B8B71B9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7530C7-AE73-4B00-9C3A-EECF133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14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PARALLEL EVIDENCE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5B1FFF-38E2-43E7-90ED-4308390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12617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F0A1E-6C56-4968-91F5-D14AF897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48B14-4D3E-49F6-A68D-F0709AFB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81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AI content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FB348B-9518-4F0E-9DE4-CBB78C6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TF-IDF and logistic regression with deterministic rules, threat category and evidence sentences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D5FCF9-11D9-4320-9642-A28C73C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3A"/>
          </a:solidFill>
          <a:ln xmlns:a="http://schemas.openxmlformats.org/drawingml/2006/main" w="9525">
            <a:solidFill>
              <a:srgbClr val="50D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051A1-1D74-46A3-A78C-218F6966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DE6EE-0EFE-4C76-BABE-9C05534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infrastructure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1A7B5-3072-4CE0-BC2E-3D0026ED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SPF, DKIM, DMARC, sender mismatch, URLs, DNS, RDAP, IP, ASN, GeoLite2 and reputation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EAA7E3-B797-4AFD-8CDF-7BED0EFF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3017"/>
          </a:solidFill>
          <a:ln xmlns:a="http://schemas.openxmlformats.org/drawingml/2006/main" w="9525">
            <a:solidFill>
              <a:srgbClr val="F7C5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78AF54-B34E-419E-BE4C-5328B36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9511D-B195-4C54-8FFE-1040A6B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05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 static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30131-F08A-4822-8B2A-17AC2F9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Filename, MIME type, extension, SHA-256, risky formats and double extensions. Files never execute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FC6401-DB66-44A0-B775-27A2873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2000250" cy="21336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A21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A74383-E556-4FE9-BA2D-1761CD5F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EDA993-E864-4EC5-A157-07F4632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2402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EXPLAINABLE SCORING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B7A178-C077-40E3-A20C-241D901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764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B0B036-00AC-4BDA-AE87-D8F3BCB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765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AI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18B0F9-DDAC-4032-8D62-AA4F2B2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765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AA2530-BC92-48E9-B210-3FE72B1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Sender + domain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5893E8-D079-4511-BDCB-68F0D52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051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9A1B49-1FB0-4D20-B16D-C0E600D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337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Actions + files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728021-90F1-438F-85ED-51B6B00F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337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C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55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D7FA69-D267-4DDA-B431-6FB3613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81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8D4A1"/>
                </a:solidFill>
                <a:latin typeface="Arial"/>
                <a:ea typeface="Arial"/>
                <a:cs typeface="Arial"/>
              </a:rPr>
              <a:t>Confidence stays separate</a:t>
            </a:r>
          </a:p>
        </p:txBody>
      </p:sp>
      <p:cxnSp>
        <p:nvCxnSpPr>
          <p:cNvPr id="12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7645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933950" y="2486025"/>
            <a:ext cx="400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0D6E8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8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2543175"/>
            <a:ext cx="4000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7814DC-A73D-4444-9D67-FA398BEA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9258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217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041C12-5BD0-4994-A923-81359F26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FF7FD4-F692-4B37-9DEC-7C2C37C8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767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8D4A1"/>
                </a:solidFill>
                <a:latin typeface="Arial"/>
                <a:ea typeface="Arial"/>
                <a:cs typeface="Arial"/>
              </a:rPr>
              <a:t>PUBLIC RESULT AND FORENSIC RECORD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C16B36-9D9C-4340-A898-A787E12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718B81-9CEB-4C3E-B7CF-A8B01C3D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Clear verdict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AC683A-0041-42EB-B293-5C33CD7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Threat category, risk level and the evidence behind every point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BCFF37-E1AE-4998-BE85-CAE49C06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C47117-67CD-426C-9083-B2AE231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route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2B19B5-80AB-4774-A656-D40184C3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Authentication, domain age, observed server IP and infrastructure location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20FC57-0B5B-4C49-A25A-3D85232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FFA5E4-1D2F-4433-9275-04C5A50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Forensic report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A56982-4925-43A3-9327-031D9508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One to two page PDF with metadata, IOCs, limitations and recommended action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465926-0EA0-4CC2-9A3E-5A37E6CF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EF9FEC-CF50-434F-8DCC-934DEDB1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05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Case intelligence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4FDA82-2DF0-4361-BF5C-FBAB544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91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Investigation history, shared indicators and campaign correlation</a:t>
            </a:r>
          </a:p>
        </p:txBody>
      </p:sp>
      <p:cxnSp>
        <p:nvCxnSpPr>
          <p:cNvPr id="147" name=""/>
          <p:cNvCxnSpPr>
            <a:stCxn xmlns:a="http://schemas.openxmlformats.org/drawingml/2006/main" id="4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7105650" y="3657600"/>
            <a:ext cx="362902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D4A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6C45C3-C44D-4602-A1FD-8C9D5ED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23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252E3F-E469-486E-B752-4484913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SECURITY BOUNDARY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2DD4B3E-F0B5-4856-A73E-9CE6448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Unknown data remains unknown. Rakshak never executes attachments and never presents mail-server geolocation as a person’s location.</a:t>
            </a:r>
          </a:p>
        </p:txBody>
      </p:sp>
    </p:spTree>
    <p:extLst>
      <p:ext uri="{BB962C8B-B14F-4D97-AF65-F5344CB8AC3E}">
        <p14:creationId xmlns:p14="http://schemas.microsoft.com/office/powerpoint/2010/main" val="475227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2026-09-16T06:24:56.5130000Z</dcterms:created>
  <dcterms:modified xsi:type="dcterms:W3CDTF">2026-09-16T06:24:56.5140000Z</dcterms:modified>
</coreProperties>
</file>